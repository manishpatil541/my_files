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4" r:id="rId7"/>
  </p:sldIdLst>
  <p:sldSz cx="9144000" cy="6858000" type="screen4x3"/>
  <p:notesSz cx="7559675" cy="1069149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-374"/>
      </p:cViewPr>
      <p:guideLst>
        <p:guide orient="horz" pos="2190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c0ae5a757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g8c0ae5a75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728b34f7d_0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g8728b34f7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457200" y="228600"/>
            <a:ext cx="7543440" cy="60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323964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02208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45720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323964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602208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915400" y="1143000"/>
            <a:ext cx="228240" cy="47239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/>
          <p:nvPr/>
        </p:nvSpPr>
        <p:spPr>
          <a:xfrm>
            <a:off x="0" y="1143000"/>
            <a:ext cx="228240" cy="4723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" name="Google Shape;8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984250" y="2133600"/>
            <a:ext cx="7175500" cy="362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PostgreSQL 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Design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Smart Enovations (India) Pvt. Ltd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D2 3rd Floor, MSM Plaza,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Dodd Banasawadi,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Banglore -560043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48840" y="2931600"/>
            <a:ext cx="71754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533400" y="1447800"/>
            <a:ext cx="8364855" cy="557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7200" y="191770"/>
            <a:ext cx="7543800" cy="8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3000" b="1" strike="noStrike" dirty="0" smtClean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Database Strorage Spece Consumption Analysis</a:t>
            </a:r>
            <a:endParaRPr lang="en-US" altLang="en-IN" sz="3000" b="1" strike="noStrike" dirty="0" smtClea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219075" y="1193165"/>
          <a:ext cx="8715375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75"/>
                <a:gridCol w="1743075"/>
                <a:gridCol w="1743075"/>
                <a:gridCol w="1743075"/>
                <a:gridCol w="1743075"/>
              </a:tblGrid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222250" y="1169670"/>
          <a:ext cx="8702675" cy="49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535"/>
                <a:gridCol w="1740535"/>
                <a:gridCol w="1740535"/>
                <a:gridCol w="1740535"/>
                <a:gridCol w="1740535"/>
              </a:tblGrid>
              <a:tr h="421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Rows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Parameters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27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398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45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12.5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089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12.5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533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527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80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2.64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438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2.4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543165" cy="602615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charset="0"/>
                <a:cs typeface="Times New Roman" panose="02020603050405020304" charset="0"/>
              </a:rPr>
              <a:t> Cont...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3560445" cy="5554980"/>
          </a:xfrm>
        </p:spPr>
        <p:txBody>
          <a:bodyPr/>
          <a:lstStyle/>
          <a:p>
            <a:endParaRPr lang="en-US" dirty="0"/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30 Days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10 Sec Frequency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76 Parameters  79.2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66 Parameters   72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1 Year, 10 Sec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963.6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876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5 Min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32.12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29.1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4 Hours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0.67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0.61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Based on windows bit version (32bit 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r 64bit) download respective zip file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Extract zip file and keep anywhere in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your system for further use.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267200" y="2514600"/>
            <a:ext cx="4610735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0 (zero) = 1 Byte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null = 2 Bytes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0 (zero as  default value)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3.15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Null ( null as default value)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6.3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1708920" y="2810160"/>
            <a:ext cx="52380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66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WPS Presentation</Application>
  <PresentationFormat>On-screen Show (4:3)</PresentationFormat>
  <Paragraphs>149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Times New Roman</vt:lpstr>
      <vt:lpstr>Microsoft YaHei</vt:lpstr>
      <vt:lpstr>Arial Unicode MS</vt:lpstr>
      <vt:lpstr>Tempus Sans ITC</vt:lpstr>
      <vt:lpstr>Office Theme</vt:lpstr>
      <vt:lpstr>PowerPoint 演示文稿</vt:lpstr>
      <vt:lpstr>PowerPoint 演示文稿</vt:lpstr>
      <vt:lpstr> Cont...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Vaibhav Boraganve</dc:creator>
  <cp:lastModifiedBy>USER-1</cp:lastModifiedBy>
  <cp:revision>128</cp:revision>
  <dcterms:created xsi:type="dcterms:W3CDTF">2021-06-23T06:15:00Z</dcterms:created>
  <dcterms:modified xsi:type="dcterms:W3CDTF">2022-05-30T09:23:01Z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FEFFFB0016514F26BB7DAED7832F0773</vt:lpwstr>
  </property>
</Properties>
</file>