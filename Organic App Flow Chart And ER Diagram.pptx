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FEF8-2480-455E-AAB1-AE8FBA3BB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D8EBD5-1D03-418C-91C0-A11F95E88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F96DD-F1A3-4BD2-B9B8-7DB3567BB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311DA-53BE-4ACC-AD30-B8DEA802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E40C5-AFCF-4B3F-8BB5-F0568EEB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616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5773-ACC9-41A7-8AE8-F4AD8E91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B7CFC-7808-4597-8AC0-FE6C11B8F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2CFEE-EF61-4005-8994-FACBF2E6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9D89C-BC8A-4483-BAE4-62715332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9462C-2644-4428-AE9F-252A83F04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76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2569-5B08-41B1-8FA4-49A34EFAA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18E9-FBD2-4402-81D7-7A60FD0B9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3AC39-36CC-4282-BF5D-9E378554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F6523-4A98-496A-B3CB-3134D33B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27AE0-3CAA-4376-A7E2-67F520C6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461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32C2F-11FC-45E9-8AE5-DF6720AC7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3E89-08E0-4A15-BEB7-65CBD9DC7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1B391-AD17-4E7A-8B78-D50B43D80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39200-9665-4008-8C7B-3D1F8B37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BC8B8-535B-4B7F-8651-79073115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5DC87-102A-422B-93B0-59B263B2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445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291D-A387-46C4-94BF-C1A40645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8FF1B-50AE-4D51-A5CE-AE894A4B0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E881F-259D-4AEB-A333-1FB6B1142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138FC0-46AD-47EF-B6CF-70F593C2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7A8A02-1E65-4D2E-901F-52EC63155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6DD46-A212-4BD3-8631-9DBEE8687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80526-2C24-444E-A804-6AED3F6C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9A5F2-4301-4C68-A5AD-919F938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981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BD39-66EF-4C90-8D58-191597E0D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12037-119A-4567-B904-76B65DD5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6CE14-EC8E-4CAE-99BA-A059B648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43F93-40D5-4035-AE52-711D0B79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74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37ECB-BC6F-4EFF-AD9C-7D2CF3DF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A67DC-75C5-447A-B83B-2D35ECDD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EBA00-1FC1-4A7C-BBA0-7A2FC997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53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2EA5-5897-4819-8343-E489ACD4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2A9A-D619-4A71-A25F-19579419F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8A3E5-1FD4-4BB5-A919-5A53B5B9F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0A5AD-9B0F-4EF2-B9F4-75E37151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D81EA-D293-4904-B749-2E83326A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AB88F-7777-4468-895C-CC4E7E9D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21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392C-A193-49EB-965B-D0BBBCB7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91851-0BEE-4652-B5BC-E0CA3FAB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0E929-5162-47AD-8FFD-7FEC624FE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A44A0-BA9F-4DEA-8999-2F9B1C0C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94D3F-9234-4089-8A14-57646FF9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2B163-6CBC-43EB-8C8E-D3E1019A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08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99D6-2509-486B-BB29-663DD5F5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56146-7CCC-4F96-AEC3-C378D904E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FA6A1-8B5E-44EF-B344-A3A4F028C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46171-29A7-49A6-A002-5F2534968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3916F-BD24-43FE-B44C-0F12E75C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09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12F5A-4CDB-4F2B-882D-C8EB18922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C7E50-35C8-4326-89AB-838B89961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8B5AB-3C35-4C0D-9E66-851814941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D118E-D602-4AD4-BDC5-01442F28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55D07-E5D6-4AB9-A7E8-D51A64F1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01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BC7C0-EC06-4AB1-ABBF-D002A0C87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C4421-D9B3-437C-BDEA-2D3D5A81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0794B-57D6-4D14-9FB4-AA966ED0B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BC1C3-3316-4961-83B6-DE9C772A5144}" type="datetimeFigureOut">
              <a:rPr lang="en-IN" smtClean="0"/>
              <a:t>03-09-2021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67F0-A479-4ED6-A9D2-B1EC5A1AE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A6BC6-D2EC-4611-B914-61E0B5A78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B6947-4E10-47D2-BA51-993B51CE54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60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283C9A8-EEC4-4084-8C09-A79A4F8A328F}"/>
              </a:ext>
            </a:extLst>
          </p:cNvPr>
          <p:cNvSpPr/>
          <p:nvPr/>
        </p:nvSpPr>
        <p:spPr>
          <a:xfrm rot="16200000">
            <a:off x="44389" y="4447713"/>
            <a:ext cx="861134" cy="43500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B4019C9-CD18-4AA2-B92D-EF17F7A062CA}"/>
              </a:ext>
            </a:extLst>
          </p:cNvPr>
          <p:cNvCxnSpPr>
            <a:cxnSpLocks/>
          </p:cNvCxnSpPr>
          <p:nvPr/>
        </p:nvCxnSpPr>
        <p:spPr>
          <a:xfrm>
            <a:off x="692459" y="4665215"/>
            <a:ext cx="3107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292586F0-98F7-4426-9F9D-55283EF09A58}"/>
              </a:ext>
            </a:extLst>
          </p:cNvPr>
          <p:cNvSpPr/>
          <p:nvPr/>
        </p:nvSpPr>
        <p:spPr>
          <a:xfrm rot="16200000">
            <a:off x="488275" y="4265719"/>
            <a:ext cx="1811045" cy="79899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Registered?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10CB72-2445-4CB8-AD13-75FA20B00CA4}"/>
              </a:ext>
            </a:extLst>
          </p:cNvPr>
          <p:cNvCxnSpPr>
            <a:cxnSpLocks/>
          </p:cNvCxnSpPr>
          <p:nvPr/>
        </p:nvCxnSpPr>
        <p:spPr>
          <a:xfrm flipV="1">
            <a:off x="1393796" y="3065015"/>
            <a:ext cx="0" cy="72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0650925-2061-4555-AA52-AFB8C5861F3A}"/>
              </a:ext>
            </a:extLst>
          </p:cNvPr>
          <p:cNvSpPr/>
          <p:nvPr/>
        </p:nvSpPr>
        <p:spPr>
          <a:xfrm rot="16200000">
            <a:off x="896646" y="2345924"/>
            <a:ext cx="994299" cy="4438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Register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374AE2-F452-448B-905D-94E9D5F27EC7}"/>
              </a:ext>
            </a:extLst>
          </p:cNvPr>
          <p:cNvCxnSpPr>
            <a:cxnSpLocks/>
          </p:cNvCxnSpPr>
          <p:nvPr/>
        </p:nvCxnSpPr>
        <p:spPr>
          <a:xfrm>
            <a:off x="1793292" y="4665214"/>
            <a:ext cx="5326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F4A20BA-F961-42FC-8F3A-AB55DD8E6D36}"/>
              </a:ext>
            </a:extLst>
          </p:cNvPr>
          <p:cNvSpPr/>
          <p:nvPr/>
        </p:nvSpPr>
        <p:spPr>
          <a:xfrm rot="16200000">
            <a:off x="2019673" y="4474344"/>
            <a:ext cx="994298" cy="3817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Login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8B6999-7479-4D52-B9B2-DAB828E460E9}"/>
              </a:ext>
            </a:extLst>
          </p:cNvPr>
          <p:cNvCxnSpPr>
            <a:cxnSpLocks/>
            <a:endCxn id="23" idx="0"/>
          </p:cNvCxnSpPr>
          <p:nvPr/>
        </p:nvCxnSpPr>
        <p:spPr>
          <a:xfrm flipV="1">
            <a:off x="2716571" y="4665211"/>
            <a:ext cx="402601" cy="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Diamond 22">
            <a:extLst>
              <a:ext uri="{FF2B5EF4-FFF2-40B4-BE49-F238E27FC236}">
                <a16:creationId xmlns:a16="http://schemas.microsoft.com/office/drawing/2014/main" id="{A5623931-EF08-46D8-B35F-2A37727CE264}"/>
              </a:ext>
            </a:extLst>
          </p:cNvPr>
          <p:cNvSpPr/>
          <p:nvPr/>
        </p:nvSpPr>
        <p:spPr>
          <a:xfrm rot="16200000">
            <a:off x="2864827" y="4324753"/>
            <a:ext cx="1189605" cy="68091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Home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CF4F9A-2DAD-4188-9365-A73793BC84EA}"/>
              </a:ext>
            </a:extLst>
          </p:cNvPr>
          <p:cNvCxnSpPr>
            <a:cxnSpLocks/>
          </p:cNvCxnSpPr>
          <p:nvPr/>
        </p:nvCxnSpPr>
        <p:spPr>
          <a:xfrm flipV="1">
            <a:off x="3459630" y="3630967"/>
            <a:ext cx="0" cy="435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Diamond 29">
            <a:extLst>
              <a:ext uri="{FF2B5EF4-FFF2-40B4-BE49-F238E27FC236}">
                <a16:creationId xmlns:a16="http://schemas.microsoft.com/office/drawing/2014/main" id="{1208F225-CF21-41AC-9498-E02F418F3884}"/>
              </a:ext>
            </a:extLst>
          </p:cNvPr>
          <p:cNvSpPr/>
          <p:nvPr/>
        </p:nvSpPr>
        <p:spPr>
          <a:xfrm rot="16200000">
            <a:off x="2807121" y="2663300"/>
            <a:ext cx="1305017" cy="62143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Orders,Ect.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F0A31C-8F22-46B7-AA50-D2A1F144673B}"/>
              </a:ext>
            </a:extLst>
          </p:cNvPr>
          <p:cNvSpPr/>
          <p:nvPr/>
        </p:nvSpPr>
        <p:spPr>
          <a:xfrm rot="16200000">
            <a:off x="3878432" y="2768722"/>
            <a:ext cx="980982" cy="410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View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E73424-A1DF-4126-A2D3-908D66E7C8BE}"/>
              </a:ext>
            </a:extLst>
          </p:cNvPr>
          <p:cNvCxnSpPr>
            <a:cxnSpLocks/>
          </p:cNvCxnSpPr>
          <p:nvPr/>
        </p:nvCxnSpPr>
        <p:spPr>
          <a:xfrm>
            <a:off x="3770348" y="2974018"/>
            <a:ext cx="3932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1514BE-755D-4DED-BADB-21DCCB4CBDE2}"/>
              </a:ext>
            </a:extLst>
          </p:cNvPr>
          <p:cNvCxnSpPr>
            <a:cxnSpLocks/>
          </p:cNvCxnSpPr>
          <p:nvPr/>
        </p:nvCxnSpPr>
        <p:spPr>
          <a:xfrm>
            <a:off x="4357385" y="2080703"/>
            <a:ext cx="0" cy="402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CCCFA6F-BD7A-466A-9E66-405B4D6E3375}"/>
              </a:ext>
            </a:extLst>
          </p:cNvPr>
          <p:cNvCxnSpPr>
            <a:cxnSpLocks/>
          </p:cNvCxnSpPr>
          <p:nvPr/>
        </p:nvCxnSpPr>
        <p:spPr>
          <a:xfrm>
            <a:off x="2849738" y="2080703"/>
            <a:ext cx="0" cy="2584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37D10C-93BF-4348-8051-13322D079041}"/>
              </a:ext>
            </a:extLst>
          </p:cNvPr>
          <p:cNvCxnSpPr>
            <a:cxnSpLocks/>
          </p:cNvCxnSpPr>
          <p:nvPr/>
        </p:nvCxnSpPr>
        <p:spPr>
          <a:xfrm flipV="1">
            <a:off x="2849738" y="2070716"/>
            <a:ext cx="1507647" cy="99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64945DC-5DC9-4C31-B2F0-CDDD1F8498F6}"/>
              </a:ext>
            </a:extLst>
          </p:cNvPr>
          <p:cNvCxnSpPr>
            <a:cxnSpLocks/>
          </p:cNvCxnSpPr>
          <p:nvPr/>
        </p:nvCxnSpPr>
        <p:spPr>
          <a:xfrm flipV="1">
            <a:off x="3459629" y="1698404"/>
            <a:ext cx="0" cy="612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4E9EFB71-017F-4974-9E00-43BB095C6D2F}"/>
              </a:ext>
            </a:extLst>
          </p:cNvPr>
          <p:cNvSpPr/>
          <p:nvPr/>
        </p:nvSpPr>
        <p:spPr>
          <a:xfrm rot="16200000">
            <a:off x="2962481" y="997070"/>
            <a:ext cx="994295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Logout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01FF92D-AAB5-4ABD-8CC5-D9039D9422EF}"/>
              </a:ext>
            </a:extLst>
          </p:cNvPr>
          <p:cNvCxnSpPr>
            <a:cxnSpLocks/>
          </p:cNvCxnSpPr>
          <p:nvPr/>
        </p:nvCxnSpPr>
        <p:spPr>
          <a:xfrm>
            <a:off x="3800088" y="4665211"/>
            <a:ext cx="363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30A7704D-02AA-4D16-82BB-6685A837FADF}"/>
              </a:ext>
            </a:extLst>
          </p:cNvPr>
          <p:cNvSpPr/>
          <p:nvPr/>
        </p:nvSpPr>
        <p:spPr>
          <a:xfrm rot="16200000">
            <a:off x="3838038" y="4449261"/>
            <a:ext cx="1083078" cy="4318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View/Search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F232C61-D72F-4FFC-A3C6-19FA7B41DCE4}"/>
              </a:ext>
            </a:extLst>
          </p:cNvPr>
          <p:cNvSpPr/>
          <p:nvPr/>
        </p:nvSpPr>
        <p:spPr>
          <a:xfrm rot="16200000">
            <a:off x="4631260" y="4449262"/>
            <a:ext cx="1083079" cy="431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to Cart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1285E48-7908-4A20-ABDF-ED7F630C80BD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4595527" y="4665211"/>
            <a:ext cx="3613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A6AA7CE-4400-4436-ACB2-A20FA4FA286E}"/>
              </a:ext>
            </a:extLst>
          </p:cNvPr>
          <p:cNvCxnSpPr>
            <a:cxnSpLocks/>
          </p:cNvCxnSpPr>
          <p:nvPr/>
        </p:nvCxnSpPr>
        <p:spPr>
          <a:xfrm flipV="1">
            <a:off x="5381348" y="4665209"/>
            <a:ext cx="3462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Diamond 81">
            <a:extLst>
              <a:ext uri="{FF2B5EF4-FFF2-40B4-BE49-F238E27FC236}">
                <a16:creationId xmlns:a16="http://schemas.microsoft.com/office/drawing/2014/main" id="{F8074F8C-39AD-4013-90F4-B45EC0919948}"/>
              </a:ext>
            </a:extLst>
          </p:cNvPr>
          <p:cNvSpPr/>
          <p:nvPr/>
        </p:nvSpPr>
        <p:spPr>
          <a:xfrm rot="16200000">
            <a:off x="5473227" y="4320319"/>
            <a:ext cx="1189605" cy="680906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2C8DF50-5DD0-4E41-B970-108DAA8860F3}"/>
              </a:ext>
            </a:extLst>
          </p:cNvPr>
          <p:cNvSpPr/>
          <p:nvPr/>
        </p:nvSpPr>
        <p:spPr>
          <a:xfrm rot="16200000">
            <a:off x="6393686" y="4467011"/>
            <a:ext cx="1083075" cy="396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Edit Items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C007D90-42BC-436E-A943-3134F74B5428}"/>
              </a:ext>
            </a:extLst>
          </p:cNvPr>
          <p:cNvCxnSpPr>
            <a:cxnSpLocks/>
          </p:cNvCxnSpPr>
          <p:nvPr/>
        </p:nvCxnSpPr>
        <p:spPr>
          <a:xfrm>
            <a:off x="6408483" y="4660772"/>
            <a:ext cx="3296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FE6FBBE-787F-4443-BE66-5DB2C5B34D0B}"/>
              </a:ext>
            </a:extLst>
          </p:cNvPr>
          <p:cNvCxnSpPr>
            <a:cxnSpLocks/>
          </p:cNvCxnSpPr>
          <p:nvPr/>
        </p:nvCxnSpPr>
        <p:spPr>
          <a:xfrm>
            <a:off x="7133420" y="4660772"/>
            <a:ext cx="385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6516A81F-6DC0-4101-986C-A94EB585C6C8}"/>
              </a:ext>
            </a:extLst>
          </p:cNvPr>
          <p:cNvSpPr/>
          <p:nvPr/>
        </p:nvSpPr>
        <p:spPr>
          <a:xfrm rot="16200000">
            <a:off x="7156392" y="4473915"/>
            <a:ext cx="1083078" cy="3825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 Out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161D237-1DAD-41D9-8A29-816C4217670B}"/>
              </a:ext>
            </a:extLst>
          </p:cNvPr>
          <p:cNvCxnSpPr>
            <a:cxnSpLocks/>
          </p:cNvCxnSpPr>
          <p:nvPr/>
        </p:nvCxnSpPr>
        <p:spPr>
          <a:xfrm>
            <a:off x="6064926" y="3626527"/>
            <a:ext cx="2" cy="4386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744659EC-EF77-4349-A4A8-366CEC2DCB19}"/>
              </a:ext>
            </a:extLst>
          </p:cNvPr>
          <p:cNvCxnSpPr>
            <a:cxnSpLocks/>
          </p:cNvCxnSpPr>
          <p:nvPr/>
        </p:nvCxnSpPr>
        <p:spPr>
          <a:xfrm>
            <a:off x="7697931" y="3625707"/>
            <a:ext cx="0" cy="497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6254F51-3AC2-4F5E-9EEF-68D8D1626F41}"/>
              </a:ext>
            </a:extLst>
          </p:cNvPr>
          <p:cNvCxnSpPr>
            <a:cxnSpLocks/>
          </p:cNvCxnSpPr>
          <p:nvPr/>
        </p:nvCxnSpPr>
        <p:spPr>
          <a:xfrm flipV="1">
            <a:off x="6064927" y="3625707"/>
            <a:ext cx="1628493" cy="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2A85ACB-1854-486D-9225-9658BCE7D5EF}"/>
              </a:ext>
            </a:extLst>
          </p:cNvPr>
          <p:cNvCxnSpPr>
            <a:cxnSpLocks/>
          </p:cNvCxnSpPr>
          <p:nvPr/>
        </p:nvCxnSpPr>
        <p:spPr>
          <a:xfrm>
            <a:off x="7889224" y="4660772"/>
            <a:ext cx="372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9DC2E94-14FE-47FC-ADE3-C036699FA65F}"/>
              </a:ext>
            </a:extLst>
          </p:cNvPr>
          <p:cNvSpPr/>
          <p:nvPr/>
        </p:nvSpPr>
        <p:spPr>
          <a:xfrm rot="16200000">
            <a:off x="7911478" y="4478774"/>
            <a:ext cx="1083078" cy="3728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Payment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E9729A6-3042-40A0-AFCC-49EC9435FB86}"/>
              </a:ext>
            </a:extLst>
          </p:cNvPr>
          <p:cNvCxnSpPr>
            <a:cxnSpLocks/>
          </p:cNvCxnSpPr>
          <p:nvPr/>
        </p:nvCxnSpPr>
        <p:spPr>
          <a:xfrm>
            <a:off x="8639448" y="4660772"/>
            <a:ext cx="344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Diamond 117">
            <a:extLst>
              <a:ext uri="{FF2B5EF4-FFF2-40B4-BE49-F238E27FC236}">
                <a16:creationId xmlns:a16="http://schemas.microsoft.com/office/drawing/2014/main" id="{1AA60760-263E-413E-9BF5-F57462620097}"/>
              </a:ext>
            </a:extLst>
          </p:cNvPr>
          <p:cNvSpPr/>
          <p:nvPr/>
        </p:nvSpPr>
        <p:spPr>
          <a:xfrm rot="16200000">
            <a:off x="8586645" y="4261276"/>
            <a:ext cx="1587618" cy="79899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Approved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6A78F444-74DF-400B-9D79-7FA0EE0F3E8F}"/>
              </a:ext>
            </a:extLst>
          </p:cNvPr>
          <p:cNvCxnSpPr>
            <a:cxnSpLocks/>
          </p:cNvCxnSpPr>
          <p:nvPr/>
        </p:nvCxnSpPr>
        <p:spPr>
          <a:xfrm flipV="1">
            <a:off x="5529306" y="4660772"/>
            <a:ext cx="0" cy="1207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0574969-A437-4609-9562-B3E54C6938B2}"/>
              </a:ext>
            </a:extLst>
          </p:cNvPr>
          <p:cNvCxnSpPr>
            <a:cxnSpLocks/>
          </p:cNvCxnSpPr>
          <p:nvPr/>
        </p:nvCxnSpPr>
        <p:spPr>
          <a:xfrm>
            <a:off x="5529306" y="5868140"/>
            <a:ext cx="38511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E2CEA80-B8E0-4CF2-9C01-C1FF6588E069}"/>
              </a:ext>
            </a:extLst>
          </p:cNvPr>
          <p:cNvCxnSpPr>
            <a:cxnSpLocks/>
          </p:cNvCxnSpPr>
          <p:nvPr/>
        </p:nvCxnSpPr>
        <p:spPr>
          <a:xfrm flipV="1">
            <a:off x="9380454" y="5454581"/>
            <a:ext cx="0" cy="4135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D5B7F77-6EC2-428D-9421-77F19AAE58B2}"/>
              </a:ext>
            </a:extLst>
          </p:cNvPr>
          <p:cNvCxnSpPr>
            <a:cxnSpLocks/>
          </p:cNvCxnSpPr>
          <p:nvPr/>
        </p:nvCxnSpPr>
        <p:spPr>
          <a:xfrm>
            <a:off x="9779950" y="4660772"/>
            <a:ext cx="292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33B93A6-56E0-44EF-AF85-A6A8BE6E7C70}"/>
              </a:ext>
            </a:extLst>
          </p:cNvPr>
          <p:cNvSpPr/>
          <p:nvPr/>
        </p:nvSpPr>
        <p:spPr>
          <a:xfrm rot="16200000">
            <a:off x="9743922" y="4457255"/>
            <a:ext cx="1083075" cy="4158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Confirmation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E4C7A55D-5AF1-4069-9607-0AAC4CA4469F}"/>
              </a:ext>
            </a:extLst>
          </p:cNvPr>
          <p:cNvCxnSpPr>
            <a:cxnSpLocks/>
          </p:cNvCxnSpPr>
          <p:nvPr/>
        </p:nvCxnSpPr>
        <p:spPr>
          <a:xfrm flipV="1">
            <a:off x="3459629" y="5255577"/>
            <a:ext cx="0" cy="78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4AB0DAF-EF2E-4CEB-BCC1-3C2C5E7717F5}"/>
              </a:ext>
            </a:extLst>
          </p:cNvPr>
          <p:cNvCxnSpPr>
            <a:cxnSpLocks/>
          </p:cNvCxnSpPr>
          <p:nvPr/>
        </p:nvCxnSpPr>
        <p:spPr>
          <a:xfrm flipH="1">
            <a:off x="3459629" y="6036816"/>
            <a:ext cx="68295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14E1353-B467-4397-8F2A-BD7C55F4D681}"/>
              </a:ext>
            </a:extLst>
          </p:cNvPr>
          <p:cNvCxnSpPr/>
          <p:nvPr/>
        </p:nvCxnSpPr>
        <p:spPr>
          <a:xfrm>
            <a:off x="6667130" y="6036816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9830A70F-599E-4552-B9D9-1B798F73590B}"/>
              </a:ext>
            </a:extLst>
          </p:cNvPr>
          <p:cNvCxnSpPr>
            <a:cxnSpLocks/>
          </p:cNvCxnSpPr>
          <p:nvPr/>
        </p:nvCxnSpPr>
        <p:spPr>
          <a:xfrm flipV="1">
            <a:off x="10289219" y="5211191"/>
            <a:ext cx="0" cy="8256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0557BB8-CB98-4BB5-A8C0-36A42C2876FB}"/>
              </a:ext>
            </a:extLst>
          </p:cNvPr>
          <p:cNvCxnSpPr>
            <a:cxnSpLocks/>
          </p:cNvCxnSpPr>
          <p:nvPr/>
        </p:nvCxnSpPr>
        <p:spPr>
          <a:xfrm>
            <a:off x="10493406" y="4660772"/>
            <a:ext cx="3906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4FF0554F-E585-400F-BB70-0722FE57D7AD}"/>
              </a:ext>
            </a:extLst>
          </p:cNvPr>
          <p:cNvSpPr/>
          <p:nvPr/>
        </p:nvSpPr>
        <p:spPr>
          <a:xfrm rot="16200000">
            <a:off x="10615963" y="4402079"/>
            <a:ext cx="1062863" cy="53266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 Process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BCD60307-324F-4561-9A94-56B0C684F7F0}"/>
              </a:ext>
            </a:extLst>
          </p:cNvPr>
          <p:cNvCxnSpPr>
            <a:cxnSpLocks/>
            <a:stCxn id="71" idx="1"/>
          </p:cNvCxnSpPr>
          <p:nvPr/>
        </p:nvCxnSpPr>
        <p:spPr>
          <a:xfrm>
            <a:off x="4379578" y="5206750"/>
            <a:ext cx="0" cy="830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9D748E09-F86A-4C29-B1F6-43BA0564FBBA}"/>
              </a:ext>
            </a:extLst>
          </p:cNvPr>
          <p:cNvCxnSpPr>
            <a:cxnSpLocks/>
            <a:stCxn id="82" idx="1"/>
          </p:cNvCxnSpPr>
          <p:nvPr/>
        </p:nvCxnSpPr>
        <p:spPr>
          <a:xfrm flipH="1">
            <a:off x="6064926" y="5255575"/>
            <a:ext cx="3104" cy="78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9041913-0613-446B-B157-0F611AC7C21E}"/>
              </a:ext>
            </a:extLst>
          </p:cNvPr>
          <p:cNvCxnSpPr>
            <a:cxnSpLocks/>
          </p:cNvCxnSpPr>
          <p:nvPr/>
        </p:nvCxnSpPr>
        <p:spPr>
          <a:xfrm>
            <a:off x="6939589" y="5206750"/>
            <a:ext cx="0" cy="830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28BBAA84-2FDA-4558-A966-59E83611008E}"/>
              </a:ext>
            </a:extLst>
          </p:cNvPr>
          <p:cNvCxnSpPr>
            <a:cxnSpLocks/>
          </p:cNvCxnSpPr>
          <p:nvPr/>
        </p:nvCxnSpPr>
        <p:spPr>
          <a:xfrm>
            <a:off x="7693420" y="5206750"/>
            <a:ext cx="0" cy="830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E8D993B3-6D14-4E43-8649-375EC770A7CC}"/>
              </a:ext>
            </a:extLst>
          </p:cNvPr>
          <p:cNvCxnSpPr>
            <a:cxnSpLocks/>
          </p:cNvCxnSpPr>
          <p:nvPr/>
        </p:nvCxnSpPr>
        <p:spPr>
          <a:xfrm flipH="1">
            <a:off x="2055112" y="2554273"/>
            <a:ext cx="2064" cy="2095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152A049B-D69F-4711-83DA-7CAB90ADF6C4}"/>
              </a:ext>
            </a:extLst>
          </p:cNvPr>
          <p:cNvCxnSpPr>
            <a:cxnSpLocks/>
          </p:cNvCxnSpPr>
          <p:nvPr/>
        </p:nvCxnSpPr>
        <p:spPr>
          <a:xfrm flipV="1">
            <a:off x="1614361" y="2554273"/>
            <a:ext cx="440751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11A27358-C171-4963-B705-EC98E55F7CC4}"/>
              </a:ext>
            </a:extLst>
          </p:cNvPr>
          <p:cNvSpPr txBox="1"/>
          <p:nvPr/>
        </p:nvSpPr>
        <p:spPr>
          <a:xfrm rot="16200000">
            <a:off x="1800299" y="4720364"/>
            <a:ext cx="473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E79A3B9-D45A-460B-9D49-AA0A30898ABF}"/>
              </a:ext>
            </a:extLst>
          </p:cNvPr>
          <p:cNvSpPr txBox="1"/>
          <p:nvPr/>
        </p:nvSpPr>
        <p:spPr>
          <a:xfrm rot="16200000" flipH="1">
            <a:off x="1043733" y="3326010"/>
            <a:ext cx="456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Subtitle 190">
            <a:extLst>
              <a:ext uri="{FF2B5EF4-FFF2-40B4-BE49-F238E27FC236}">
                <a16:creationId xmlns:a16="http://schemas.microsoft.com/office/drawing/2014/main" id="{03192B9D-3B44-4CA6-891D-47542E79F3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rot="5400000" flipH="1" flipV="1">
            <a:off x="3394158" y="4903263"/>
            <a:ext cx="1076415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Shopping</a:t>
            </a:r>
            <a:endParaRPr lang="en-IN" sz="12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7EA7655-1E57-4089-BA37-8E198EF7E71E}"/>
              </a:ext>
            </a:extLst>
          </p:cNvPr>
          <p:cNvSpPr txBox="1"/>
          <p:nvPr/>
        </p:nvSpPr>
        <p:spPr>
          <a:xfrm rot="16200000" flipH="1">
            <a:off x="3120429" y="3736187"/>
            <a:ext cx="456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Info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69EE48AB-0A0B-4B76-BB83-3269DA1AC42A}"/>
              </a:ext>
            </a:extLst>
          </p:cNvPr>
          <p:cNvSpPr txBox="1"/>
          <p:nvPr/>
        </p:nvSpPr>
        <p:spPr>
          <a:xfrm rot="16200000" flipH="1">
            <a:off x="9042132" y="5501485"/>
            <a:ext cx="456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F4D9AD0-1AE0-4E1F-9814-E436455BCA92}"/>
              </a:ext>
            </a:extLst>
          </p:cNvPr>
          <p:cNvSpPr txBox="1"/>
          <p:nvPr/>
        </p:nvSpPr>
        <p:spPr>
          <a:xfrm rot="16200000" flipH="1">
            <a:off x="9699777" y="4355821"/>
            <a:ext cx="456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FC29B257-E645-4C64-AB7E-DA6EA8078E04}"/>
              </a:ext>
            </a:extLst>
          </p:cNvPr>
          <p:cNvSpPr/>
          <p:nvPr/>
        </p:nvSpPr>
        <p:spPr>
          <a:xfrm>
            <a:off x="7192604" y="1014326"/>
            <a:ext cx="3032483" cy="12677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Flow Chart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E-com Shopping App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(Flutter +Django)</a:t>
            </a:r>
            <a:endParaRPr kumimoji="0" lang="en-IN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36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93976A-DAC5-4308-B1E0-9F62C8BE1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endParaRPr lang="en-IN" sz="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B4137C-2AC4-4640-985F-7C88E5C59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12245"/>
              </p:ext>
            </p:extLst>
          </p:nvPr>
        </p:nvGraphicFramePr>
        <p:xfrm>
          <a:off x="10588689" y="5367302"/>
          <a:ext cx="1437005" cy="1387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069491997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95972334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 Account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5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User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376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irst name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1189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Last 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519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DOB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6828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Contact 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2420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Email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5473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Password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6799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718EE2-2135-4E03-9302-5347453C5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70013"/>
              </p:ext>
            </p:extLst>
          </p:nvPr>
        </p:nvGraphicFramePr>
        <p:xfrm>
          <a:off x="8724379" y="5902459"/>
          <a:ext cx="1437005" cy="5299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042786358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34463715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Role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02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User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3341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Role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7842759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1D5AB8-8E34-4EE8-B6AC-1B3565B8A489}"/>
              </a:ext>
            </a:extLst>
          </p:cNvPr>
          <p:cNvCxnSpPr>
            <a:cxnSpLocks/>
          </p:cNvCxnSpPr>
          <p:nvPr/>
        </p:nvCxnSpPr>
        <p:spPr>
          <a:xfrm flipH="1">
            <a:off x="10161384" y="6202954"/>
            <a:ext cx="417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9905F0-FDC5-41DC-8E7B-8BAD0B02A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323011"/>
              </p:ext>
            </p:extLst>
          </p:nvPr>
        </p:nvGraphicFramePr>
        <p:xfrm>
          <a:off x="10578634" y="3814179"/>
          <a:ext cx="1437005" cy="12157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028283264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33822836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User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17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First 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775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Last 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3344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DOB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6193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Contact 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439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Email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3797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Address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137675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14E588-7E28-4845-8A95-31BD293D8870}"/>
              </a:ext>
            </a:extLst>
          </p:cNvPr>
          <p:cNvCxnSpPr>
            <a:cxnSpLocks/>
          </p:cNvCxnSpPr>
          <p:nvPr/>
        </p:nvCxnSpPr>
        <p:spPr>
          <a:xfrm flipV="1">
            <a:off x="11297136" y="5029950"/>
            <a:ext cx="0" cy="337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4A80806-960E-4B30-A555-602F5AA80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706021"/>
              </p:ext>
            </p:extLst>
          </p:nvPr>
        </p:nvGraphicFramePr>
        <p:xfrm>
          <a:off x="8724378" y="4397650"/>
          <a:ext cx="1437005" cy="12157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331045555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31250947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ddress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620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7630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ity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024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tate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2320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ountry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947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ip Code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356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Address Type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748570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DBC448-28E9-48BF-9016-D89CFDAE4A5D}"/>
              </a:ext>
            </a:extLst>
          </p:cNvPr>
          <p:cNvCxnSpPr>
            <a:cxnSpLocks/>
          </p:cNvCxnSpPr>
          <p:nvPr/>
        </p:nvCxnSpPr>
        <p:spPr>
          <a:xfrm flipH="1">
            <a:off x="10161383" y="4820574"/>
            <a:ext cx="4083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6788374-D0D1-48F5-A057-43E509821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64097"/>
              </p:ext>
            </p:extLst>
          </p:nvPr>
        </p:nvGraphicFramePr>
        <p:xfrm>
          <a:off x="6813841" y="2932514"/>
          <a:ext cx="1437005" cy="20730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1888395920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52914525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Orders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01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Order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1512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Customer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7395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Order date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34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Order Amount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4795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Discount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41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Tax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847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Net Amount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6949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Shipping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4567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Shipping Date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548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Shipping Address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4287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Billing Address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484553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C8668E7-50FF-4E26-A97F-41DF07264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138988"/>
              </p:ext>
            </p:extLst>
          </p:nvPr>
        </p:nvGraphicFramePr>
        <p:xfrm>
          <a:off x="8724377" y="2965055"/>
          <a:ext cx="1437005" cy="7014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213347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361816449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Order Status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812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Order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690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0687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Description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1336274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723F7E-037A-4B5B-8326-C96659B99A13}"/>
              </a:ext>
            </a:extLst>
          </p:cNvPr>
          <p:cNvCxnSpPr>
            <a:cxnSpLocks/>
          </p:cNvCxnSpPr>
          <p:nvPr/>
        </p:nvCxnSpPr>
        <p:spPr>
          <a:xfrm>
            <a:off x="8250846" y="4739205"/>
            <a:ext cx="473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5B3DF4-35FD-4DFD-ADF8-28FA0711AB89}"/>
              </a:ext>
            </a:extLst>
          </p:cNvPr>
          <p:cNvCxnSpPr>
            <a:cxnSpLocks/>
          </p:cNvCxnSpPr>
          <p:nvPr/>
        </p:nvCxnSpPr>
        <p:spPr>
          <a:xfrm>
            <a:off x="8259726" y="3514441"/>
            <a:ext cx="471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1715D80-07C7-4656-9F1B-22363D87C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442850"/>
              </p:ext>
            </p:extLst>
          </p:nvPr>
        </p:nvGraphicFramePr>
        <p:xfrm>
          <a:off x="6826330" y="1688380"/>
          <a:ext cx="1437005" cy="10443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241363922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25494475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Order Details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951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Order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231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Product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0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Product Quantity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458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Price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7078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Discount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1996443"/>
                  </a:ext>
                </a:extLst>
              </a:tr>
            </a:tbl>
          </a:graphicData>
        </a:graphic>
      </p:graphicFrame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EB89B43-4FBB-4E3F-AF41-3FFF28C38E5C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7541223" y="2732701"/>
            <a:ext cx="3609" cy="180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F7EF7C27-3597-4F67-BB04-2A5D0873E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615212"/>
              </p:ext>
            </p:extLst>
          </p:nvPr>
        </p:nvGraphicFramePr>
        <p:xfrm>
          <a:off x="5066778" y="245447"/>
          <a:ext cx="1437005" cy="19015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243654093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88877467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Product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358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Id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5675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5886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Purchase Price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8646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Sale Price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0032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Brand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38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Category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9848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Quantity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580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4628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Rating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1800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Image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8021310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217DB5B-823B-4069-90EE-AC5B7A5B9BE8}"/>
              </a:ext>
            </a:extLst>
          </p:cNvPr>
          <p:cNvCxnSpPr>
            <a:cxnSpLocks/>
          </p:cNvCxnSpPr>
          <p:nvPr/>
        </p:nvCxnSpPr>
        <p:spPr>
          <a:xfrm flipH="1">
            <a:off x="5785282" y="2530136"/>
            <a:ext cx="102855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8AD7458-2985-41C4-BD14-703D048901F0}"/>
              </a:ext>
            </a:extLst>
          </p:cNvPr>
          <p:cNvCxnSpPr>
            <a:cxnSpLocks/>
          </p:cNvCxnSpPr>
          <p:nvPr/>
        </p:nvCxnSpPr>
        <p:spPr>
          <a:xfrm flipV="1">
            <a:off x="5785280" y="2170595"/>
            <a:ext cx="0" cy="359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121214E-E28B-400A-AE96-73DDD8E6D050}"/>
              </a:ext>
            </a:extLst>
          </p:cNvPr>
          <p:cNvCxnSpPr>
            <a:cxnSpLocks/>
          </p:cNvCxnSpPr>
          <p:nvPr/>
        </p:nvCxnSpPr>
        <p:spPr>
          <a:xfrm>
            <a:off x="8250846" y="4212236"/>
            <a:ext cx="2337843" cy="12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288E0AE3-4C95-4023-A8B6-BF3433CC5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315339"/>
              </p:ext>
            </p:extLst>
          </p:nvPr>
        </p:nvGraphicFramePr>
        <p:xfrm>
          <a:off x="8153247" y="0"/>
          <a:ext cx="1437005" cy="12157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810301655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78291443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Offers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511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8744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Product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9864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Offer Price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611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7926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Start Date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3223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End Date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1682314"/>
                  </a:ext>
                </a:extLst>
              </a:tr>
            </a:tbl>
          </a:graphicData>
        </a:graphic>
      </p:graphicFrame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E4CAA9A-F1C9-4532-B11D-E27C81CFB058}"/>
              </a:ext>
            </a:extLst>
          </p:cNvPr>
          <p:cNvCxnSpPr>
            <a:cxnSpLocks/>
          </p:cNvCxnSpPr>
          <p:nvPr/>
        </p:nvCxnSpPr>
        <p:spPr>
          <a:xfrm flipH="1">
            <a:off x="6503783" y="532660"/>
            <a:ext cx="16494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C04448F7-BFFC-40E3-8FEF-DA0877A13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219843"/>
              </p:ext>
            </p:extLst>
          </p:nvPr>
        </p:nvGraphicFramePr>
        <p:xfrm>
          <a:off x="10437769" y="305734"/>
          <a:ext cx="1437005" cy="8728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697561366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59382401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Rating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457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4470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8623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Image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1412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Description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8624762"/>
                  </a:ext>
                </a:extLst>
              </a:tr>
            </a:tbl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B033FC8-C5EE-4870-A87E-A2B9B6A434E1}"/>
              </a:ext>
            </a:extLst>
          </p:cNvPr>
          <p:cNvCxnSpPr>
            <a:cxnSpLocks/>
          </p:cNvCxnSpPr>
          <p:nvPr/>
        </p:nvCxnSpPr>
        <p:spPr>
          <a:xfrm flipV="1">
            <a:off x="6503783" y="1322773"/>
            <a:ext cx="3519106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3720E5F-BE2B-48A0-88C6-BBD184498122}"/>
              </a:ext>
            </a:extLst>
          </p:cNvPr>
          <p:cNvCxnSpPr>
            <a:cxnSpLocks/>
          </p:cNvCxnSpPr>
          <p:nvPr/>
        </p:nvCxnSpPr>
        <p:spPr>
          <a:xfrm flipV="1">
            <a:off x="10031767" y="905522"/>
            <a:ext cx="0" cy="4172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9032D60-0D1B-43C1-9E8B-0E21C3B65053}"/>
              </a:ext>
            </a:extLst>
          </p:cNvPr>
          <p:cNvCxnSpPr>
            <a:cxnSpLocks/>
          </p:cNvCxnSpPr>
          <p:nvPr/>
        </p:nvCxnSpPr>
        <p:spPr>
          <a:xfrm>
            <a:off x="10022889" y="905522"/>
            <a:ext cx="414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343C2DB4-AAF6-4869-AD3D-13C19FA9F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124879"/>
              </p:ext>
            </p:extLst>
          </p:nvPr>
        </p:nvGraphicFramePr>
        <p:xfrm>
          <a:off x="10473283" y="1288745"/>
          <a:ext cx="1437005" cy="8728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242925062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42868640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Brand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74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967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55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Logo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545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Description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8440934"/>
                  </a:ext>
                </a:extLst>
              </a:tr>
            </a:tbl>
          </a:graphicData>
        </a:graphic>
      </p:graphicFrame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E987A6A-1048-4687-84F3-692588459177}"/>
              </a:ext>
            </a:extLst>
          </p:cNvPr>
          <p:cNvCxnSpPr>
            <a:cxnSpLocks/>
          </p:cNvCxnSpPr>
          <p:nvPr/>
        </p:nvCxnSpPr>
        <p:spPr>
          <a:xfrm>
            <a:off x="6503783" y="1473694"/>
            <a:ext cx="3969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4CCFC07-B0FD-4814-8278-7B5FFCE35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06549"/>
              </p:ext>
            </p:extLst>
          </p:nvPr>
        </p:nvGraphicFramePr>
        <p:xfrm>
          <a:off x="10501973" y="2333065"/>
          <a:ext cx="1437005" cy="8728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932249090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40354725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Wishlist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12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Customer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6365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776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Product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7828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Insert Date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061384"/>
                  </a:ext>
                </a:extLst>
              </a:tr>
            </a:tbl>
          </a:graphicData>
        </a:graphic>
      </p:graphicFrame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6CE69FA-14A1-493E-853C-0A4C833E6EA3}"/>
              </a:ext>
            </a:extLst>
          </p:cNvPr>
          <p:cNvCxnSpPr>
            <a:cxnSpLocks/>
          </p:cNvCxnSpPr>
          <p:nvPr/>
        </p:nvCxnSpPr>
        <p:spPr>
          <a:xfrm flipH="1" flipV="1">
            <a:off x="6497867" y="1559992"/>
            <a:ext cx="2945012" cy="11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9F8E747-2000-4B71-8CE1-9330B78ED989}"/>
              </a:ext>
            </a:extLst>
          </p:cNvPr>
          <p:cNvCxnSpPr>
            <a:cxnSpLocks/>
          </p:cNvCxnSpPr>
          <p:nvPr/>
        </p:nvCxnSpPr>
        <p:spPr>
          <a:xfrm flipV="1">
            <a:off x="9442879" y="1571779"/>
            <a:ext cx="0" cy="11114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1ACA597-EB09-4686-B800-E4092D4C59D5}"/>
              </a:ext>
            </a:extLst>
          </p:cNvPr>
          <p:cNvCxnSpPr>
            <a:cxnSpLocks/>
          </p:cNvCxnSpPr>
          <p:nvPr/>
        </p:nvCxnSpPr>
        <p:spPr>
          <a:xfrm>
            <a:off x="9442879" y="2683180"/>
            <a:ext cx="10590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8048DEA5-10FA-4144-90B4-41C2D41A39F3}"/>
              </a:ext>
            </a:extLst>
          </p:cNvPr>
          <p:cNvCxnSpPr>
            <a:cxnSpLocks/>
          </p:cNvCxnSpPr>
          <p:nvPr/>
        </p:nvCxnSpPr>
        <p:spPr>
          <a:xfrm>
            <a:off x="11138360" y="3189278"/>
            <a:ext cx="0" cy="624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AC030AB9-76A0-4D8B-826B-D41431B07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977783"/>
              </p:ext>
            </p:extLst>
          </p:nvPr>
        </p:nvGraphicFramePr>
        <p:xfrm>
          <a:off x="2503186" y="3300298"/>
          <a:ext cx="1437005" cy="8728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524291293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81621316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Category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737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477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7347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Description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908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Image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0996834"/>
                  </a:ext>
                </a:extLst>
              </a:tr>
            </a:tbl>
          </a:graphicData>
        </a:graphic>
      </p:graphicFrame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D13631B-E7F7-4946-9A08-6898352BD972}"/>
              </a:ext>
            </a:extLst>
          </p:cNvPr>
          <p:cNvCxnSpPr>
            <a:cxnSpLocks/>
          </p:cNvCxnSpPr>
          <p:nvPr/>
        </p:nvCxnSpPr>
        <p:spPr>
          <a:xfrm flipH="1">
            <a:off x="3175702" y="1908699"/>
            <a:ext cx="1494" cy="1383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2" name="Table 121">
            <a:extLst>
              <a:ext uri="{FF2B5EF4-FFF2-40B4-BE49-F238E27FC236}">
                <a16:creationId xmlns:a16="http://schemas.microsoft.com/office/drawing/2014/main" id="{6B35F77E-7CCE-41CF-B6CD-3EFC8D7E9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41788"/>
              </p:ext>
            </p:extLst>
          </p:nvPr>
        </p:nvGraphicFramePr>
        <p:xfrm>
          <a:off x="1270081" y="4590740"/>
          <a:ext cx="1437005" cy="12157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849933559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356044122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Cart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2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7653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Product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961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Product 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7969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Quantity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55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Price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6953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4246367"/>
                  </a:ext>
                </a:extLst>
              </a:tr>
            </a:tbl>
          </a:graphicData>
        </a:graphic>
      </p:graphicFrame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338FF2F-7FEE-4782-BA13-4279D9B5A9CF}"/>
              </a:ext>
            </a:extLst>
          </p:cNvPr>
          <p:cNvCxnSpPr>
            <a:cxnSpLocks/>
          </p:cNvCxnSpPr>
          <p:nvPr/>
        </p:nvCxnSpPr>
        <p:spPr>
          <a:xfrm>
            <a:off x="1988583" y="1744419"/>
            <a:ext cx="3078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62C3F7D1-723F-4607-9855-046FFD650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327553"/>
              </p:ext>
            </p:extLst>
          </p:nvPr>
        </p:nvGraphicFramePr>
        <p:xfrm>
          <a:off x="4620953" y="3090000"/>
          <a:ext cx="1437005" cy="22444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819870576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53320103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Payment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218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Amount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0550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Billing Address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3612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Date Time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345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User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351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Payment Date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374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Payment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2075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Payment Method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5928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Payment Provider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031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Payment Status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2141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Transaction 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445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Reference No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2753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646662"/>
                  </a:ext>
                </a:extLst>
              </a:tr>
            </a:tbl>
          </a:graphicData>
        </a:graphic>
      </p:graphicFrame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23F8E1D-E132-43C8-92CD-2940E2142F4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085284" y="3969024"/>
            <a:ext cx="728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E61D62C0-D585-4FD4-A395-7278B1ACFEF7}"/>
              </a:ext>
            </a:extLst>
          </p:cNvPr>
          <p:cNvCxnSpPr>
            <a:cxnSpLocks/>
          </p:cNvCxnSpPr>
          <p:nvPr/>
        </p:nvCxnSpPr>
        <p:spPr>
          <a:xfrm>
            <a:off x="6054706" y="5167257"/>
            <a:ext cx="26761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6" name="Table 135">
            <a:extLst>
              <a:ext uri="{FF2B5EF4-FFF2-40B4-BE49-F238E27FC236}">
                <a16:creationId xmlns:a16="http://schemas.microsoft.com/office/drawing/2014/main" id="{A4ECCCF7-D8D7-4B9D-A8FD-ECBD3B5DA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651861"/>
              </p:ext>
            </p:extLst>
          </p:nvPr>
        </p:nvGraphicFramePr>
        <p:xfrm>
          <a:off x="6299561" y="5263279"/>
          <a:ext cx="1617345" cy="15586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015620423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355820632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Delivery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051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Delivery Rate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921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Comments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644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Address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328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Delivery Cost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4683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Delivery Method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25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Status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9693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Last Updated Date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0421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Delivery address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219344"/>
                  </a:ext>
                </a:extLst>
              </a:tr>
            </a:tbl>
          </a:graphicData>
        </a:graphic>
      </p:graphicFrame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3838F1D9-73D3-4210-A0E2-B21A34597CB6}"/>
              </a:ext>
            </a:extLst>
          </p:cNvPr>
          <p:cNvCxnSpPr>
            <a:cxnSpLocks/>
          </p:cNvCxnSpPr>
          <p:nvPr/>
        </p:nvCxnSpPr>
        <p:spPr>
          <a:xfrm flipV="1">
            <a:off x="6963640" y="5002467"/>
            <a:ext cx="5332" cy="30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5722059-B3AD-4259-B7E7-A1C5592DE390}"/>
              </a:ext>
            </a:extLst>
          </p:cNvPr>
          <p:cNvCxnSpPr>
            <a:cxnSpLocks/>
          </p:cNvCxnSpPr>
          <p:nvPr/>
        </p:nvCxnSpPr>
        <p:spPr>
          <a:xfrm>
            <a:off x="7916906" y="5503997"/>
            <a:ext cx="813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11785E8-4A10-4D81-A590-16C824B18CD8}"/>
              </a:ext>
            </a:extLst>
          </p:cNvPr>
          <p:cNvCxnSpPr>
            <a:cxnSpLocks/>
          </p:cNvCxnSpPr>
          <p:nvPr/>
        </p:nvCxnSpPr>
        <p:spPr>
          <a:xfrm flipH="1">
            <a:off x="3189685" y="1908699"/>
            <a:ext cx="18770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0766CB1-0DD7-4949-9EEC-1189A3D14330}"/>
              </a:ext>
            </a:extLst>
          </p:cNvPr>
          <p:cNvCxnSpPr>
            <a:cxnSpLocks/>
            <a:endCxn id="122" idx="0"/>
          </p:cNvCxnSpPr>
          <p:nvPr/>
        </p:nvCxnSpPr>
        <p:spPr>
          <a:xfrm>
            <a:off x="1988583" y="1744419"/>
            <a:ext cx="0" cy="28463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B371420E-6C5F-42F3-BF68-76F0D29B3B70}"/>
              </a:ext>
            </a:extLst>
          </p:cNvPr>
          <p:cNvSpPr txBox="1"/>
          <p:nvPr/>
        </p:nvSpPr>
        <p:spPr>
          <a:xfrm>
            <a:off x="7109" y="100721"/>
            <a:ext cx="4834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Diagram</a:t>
            </a:r>
          </a:p>
          <a:p>
            <a:pPr algn="ctr"/>
            <a:r>
              <a:rPr lang="en-US" sz="2400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  <a:p>
            <a:pPr algn="ctr"/>
            <a:r>
              <a:rPr lang="en-US" sz="2400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 App</a:t>
            </a:r>
          </a:p>
          <a:p>
            <a:pPr algn="ctr"/>
            <a:endParaRPr lang="en-IN" sz="24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06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93976A-DAC5-4308-B1E0-9F62C8BE1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endParaRPr lang="en-IN" sz="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B4137C-2AC4-4640-985F-7C88E5C59266}"/>
              </a:ext>
            </a:extLst>
          </p:cNvPr>
          <p:cNvGraphicFramePr>
            <a:graphicFrameLocks noGrp="1"/>
          </p:cNvGraphicFramePr>
          <p:nvPr/>
        </p:nvGraphicFramePr>
        <p:xfrm>
          <a:off x="10588689" y="5367302"/>
          <a:ext cx="1437005" cy="1387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069491997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959723349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 Account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5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User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376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irst name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1189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Last 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519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DOB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6828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Contact 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2420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Email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5473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Password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67999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718EE2-2135-4E03-9302-5347453C5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062586"/>
              </p:ext>
            </p:extLst>
          </p:nvPr>
        </p:nvGraphicFramePr>
        <p:xfrm>
          <a:off x="8790108" y="5353571"/>
          <a:ext cx="1437005" cy="5299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042786358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34463715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Role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02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User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3341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Role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7842759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1D5AB8-8E34-4EE8-B6AC-1B3565B8A489}"/>
              </a:ext>
            </a:extLst>
          </p:cNvPr>
          <p:cNvCxnSpPr>
            <a:cxnSpLocks/>
          </p:cNvCxnSpPr>
          <p:nvPr/>
        </p:nvCxnSpPr>
        <p:spPr>
          <a:xfrm flipH="1">
            <a:off x="10200443" y="5621679"/>
            <a:ext cx="388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9905F0-FDC5-41DC-8E7B-8BAD0B02A18F}"/>
              </a:ext>
            </a:extLst>
          </p:cNvPr>
          <p:cNvGraphicFramePr>
            <a:graphicFrameLocks noGrp="1"/>
          </p:cNvGraphicFramePr>
          <p:nvPr/>
        </p:nvGraphicFramePr>
        <p:xfrm>
          <a:off x="10578634" y="3814179"/>
          <a:ext cx="1437005" cy="12157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028283264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233822836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User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17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First 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775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Last 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3344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DOB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6193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Contact 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439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Email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3797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Address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137675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14E588-7E28-4845-8A95-31BD293D8870}"/>
              </a:ext>
            </a:extLst>
          </p:cNvPr>
          <p:cNvCxnSpPr>
            <a:cxnSpLocks/>
          </p:cNvCxnSpPr>
          <p:nvPr/>
        </p:nvCxnSpPr>
        <p:spPr>
          <a:xfrm flipV="1">
            <a:off x="11297136" y="5029950"/>
            <a:ext cx="0" cy="337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4A80806-960E-4B30-A555-602F5AA80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928241"/>
              </p:ext>
            </p:extLst>
          </p:nvPr>
        </p:nvGraphicFramePr>
        <p:xfrm>
          <a:off x="2770051" y="4567484"/>
          <a:ext cx="1437005" cy="20730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331045555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31250947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ddress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620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47630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ountry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024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Full Name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2320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Mobile No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947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Pin code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356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Flat/House no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4836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Area/Street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1532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Land mark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2595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Town/City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04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4811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Address Type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748570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DBC448-28E9-48BF-9016-D89CFDAE4A5D}"/>
              </a:ext>
            </a:extLst>
          </p:cNvPr>
          <p:cNvCxnSpPr>
            <a:cxnSpLocks/>
          </p:cNvCxnSpPr>
          <p:nvPr/>
        </p:nvCxnSpPr>
        <p:spPr>
          <a:xfrm flipH="1">
            <a:off x="8323894" y="885551"/>
            <a:ext cx="621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6788374-D0D1-48F5-A057-43E509821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906267"/>
              </p:ext>
            </p:extLst>
          </p:nvPr>
        </p:nvGraphicFramePr>
        <p:xfrm>
          <a:off x="6813840" y="3276282"/>
          <a:ext cx="1437005" cy="15586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1888395920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52914525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Orders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01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1512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rder No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7395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Order date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34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elivery Date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4795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otal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41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Payment info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847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illing Address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6949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Shipping Address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484553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C8668E7-50FF-4E26-A97F-41DF07264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576396"/>
              </p:ext>
            </p:extLst>
          </p:nvPr>
        </p:nvGraphicFramePr>
        <p:xfrm>
          <a:off x="8932197" y="479704"/>
          <a:ext cx="1437005" cy="5299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213347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361816449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roduct Type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812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ew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690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Description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1336274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723F7E-037A-4B5B-8326-C96659B99A13}"/>
              </a:ext>
            </a:extLst>
          </p:cNvPr>
          <p:cNvCxnSpPr>
            <a:cxnSpLocks/>
          </p:cNvCxnSpPr>
          <p:nvPr/>
        </p:nvCxnSpPr>
        <p:spPr>
          <a:xfrm flipH="1">
            <a:off x="8250845" y="3549597"/>
            <a:ext cx="393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5B3DF4-35FD-4DFD-ADF8-28FA0711AB89}"/>
              </a:ext>
            </a:extLst>
          </p:cNvPr>
          <p:cNvCxnSpPr>
            <a:cxnSpLocks/>
          </p:cNvCxnSpPr>
          <p:nvPr/>
        </p:nvCxnSpPr>
        <p:spPr>
          <a:xfrm>
            <a:off x="6531635" y="3170406"/>
            <a:ext cx="24005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1715D80-07C7-4656-9F1B-22363D87C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361853"/>
              </p:ext>
            </p:extLst>
          </p:nvPr>
        </p:nvGraphicFramePr>
        <p:xfrm>
          <a:off x="2788562" y="3354541"/>
          <a:ext cx="1437005" cy="10443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241363922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254944756"/>
                    </a:ext>
                  </a:extLst>
                </a:gridCol>
              </a:tblGrid>
              <a:tr h="56204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Order Details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951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Order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1231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Product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30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Product Quantity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458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Price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7078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Discount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1996443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F7EF7C27-3597-4F67-BB04-2A5D0873E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610433"/>
              </p:ext>
            </p:extLst>
          </p:nvPr>
        </p:nvGraphicFramePr>
        <p:xfrm>
          <a:off x="6886889" y="86847"/>
          <a:ext cx="1437005" cy="27588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243654093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88877467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Product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358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Id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5675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5886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ategory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8646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roduct Type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0032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Usage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38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mage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9848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etails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580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eatures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34628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uantity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1800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8021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8555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Discount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2472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Availability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0968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Rating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8091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Comments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8265343"/>
                  </a:ext>
                </a:extLst>
              </a:tr>
            </a:tbl>
          </a:graphicData>
        </a:graphic>
      </p:graphicFrame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8AD7458-2985-41C4-BD14-703D048901F0}"/>
              </a:ext>
            </a:extLst>
          </p:cNvPr>
          <p:cNvCxnSpPr>
            <a:cxnSpLocks/>
          </p:cNvCxnSpPr>
          <p:nvPr/>
        </p:nvCxnSpPr>
        <p:spPr>
          <a:xfrm>
            <a:off x="6105360" y="722255"/>
            <a:ext cx="781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121214E-E28B-400A-AE96-73DDD8E6D050}"/>
              </a:ext>
            </a:extLst>
          </p:cNvPr>
          <p:cNvCxnSpPr>
            <a:cxnSpLocks/>
          </p:cNvCxnSpPr>
          <p:nvPr/>
        </p:nvCxnSpPr>
        <p:spPr>
          <a:xfrm>
            <a:off x="8250846" y="4212236"/>
            <a:ext cx="2337843" cy="12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343C2DB4-AAF6-4869-AD3D-13C19FA9F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190706"/>
              </p:ext>
            </p:extLst>
          </p:nvPr>
        </p:nvGraphicFramePr>
        <p:xfrm>
          <a:off x="8945467" y="1613367"/>
          <a:ext cx="1437005" cy="7014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242925062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42868640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avourite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74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roduct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967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55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Is_Favourite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545266"/>
                  </a:ext>
                </a:extLst>
              </a:tr>
            </a:tbl>
          </a:graphicData>
        </a:graphic>
      </p:graphicFrame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8048DEA5-10FA-4144-90B4-41C2D41A39F3}"/>
              </a:ext>
            </a:extLst>
          </p:cNvPr>
          <p:cNvCxnSpPr>
            <a:cxnSpLocks/>
          </p:cNvCxnSpPr>
          <p:nvPr/>
        </p:nvCxnSpPr>
        <p:spPr>
          <a:xfrm flipH="1">
            <a:off x="10354831" y="1992149"/>
            <a:ext cx="952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AC030AB9-76A0-4D8B-826B-D41431B07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596199"/>
              </p:ext>
            </p:extLst>
          </p:nvPr>
        </p:nvGraphicFramePr>
        <p:xfrm>
          <a:off x="10670643" y="285333"/>
          <a:ext cx="1437005" cy="1387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524291293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81621316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IN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ime Period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737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477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-Days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7347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5-Days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3908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1-Month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4120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3-Months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7625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6-Months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4636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-Year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0996834"/>
                  </a:ext>
                </a:extLst>
              </a:tr>
            </a:tbl>
          </a:graphicData>
        </a:graphic>
      </p:graphicFrame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D13631B-E7F7-4946-9A08-6898352BD972}"/>
              </a:ext>
            </a:extLst>
          </p:cNvPr>
          <p:cNvCxnSpPr>
            <a:cxnSpLocks/>
          </p:cNvCxnSpPr>
          <p:nvPr/>
        </p:nvCxnSpPr>
        <p:spPr>
          <a:xfrm flipH="1">
            <a:off x="8299964" y="1061874"/>
            <a:ext cx="2370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2" name="Table 121">
            <a:extLst>
              <a:ext uri="{FF2B5EF4-FFF2-40B4-BE49-F238E27FC236}">
                <a16:creationId xmlns:a16="http://schemas.microsoft.com/office/drawing/2014/main" id="{6B35F77E-7CCE-41CF-B6CD-3EFC8D7E9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495598"/>
              </p:ext>
            </p:extLst>
          </p:nvPr>
        </p:nvGraphicFramePr>
        <p:xfrm>
          <a:off x="8945467" y="2529286"/>
          <a:ext cx="1437005" cy="1387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849933559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356044122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</a:rPr>
                        <a:t>Cart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2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7653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Product 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961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7969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Quantity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55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Price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6953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Offer Disc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8672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 Total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4246367"/>
                  </a:ext>
                </a:extLst>
              </a:tr>
            </a:tbl>
          </a:graphicData>
        </a:graphic>
      </p:graphicFrame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338FF2F-7FEE-4782-BA13-4279D9B5A9CF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4225567" y="3867578"/>
            <a:ext cx="2588272" cy="9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7" name="Table 126">
            <a:extLst>
              <a:ext uri="{FF2B5EF4-FFF2-40B4-BE49-F238E27FC236}">
                <a16:creationId xmlns:a16="http://schemas.microsoft.com/office/drawing/2014/main" id="{62C3F7D1-723F-4607-9855-046FFD650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762745"/>
              </p:ext>
            </p:extLst>
          </p:nvPr>
        </p:nvGraphicFramePr>
        <p:xfrm>
          <a:off x="4427868" y="1469819"/>
          <a:ext cx="1437005" cy="20730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819870576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153320103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Payment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218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Amount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0550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Billing Address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3612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Date Time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345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User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351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Payment Date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374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Payment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2075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Payment Method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5928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Payment Provider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031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Payment Status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2141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Transaction No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445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Reference No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2753680"/>
                  </a:ext>
                </a:extLst>
              </a:tr>
            </a:tbl>
          </a:graphicData>
        </a:graphic>
      </p:graphicFrame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923F8E1D-E132-43C8-92CD-2940E2142F4E}"/>
              </a:ext>
            </a:extLst>
          </p:cNvPr>
          <p:cNvCxnSpPr>
            <a:cxnSpLocks/>
          </p:cNvCxnSpPr>
          <p:nvPr/>
        </p:nvCxnSpPr>
        <p:spPr>
          <a:xfrm>
            <a:off x="5146370" y="4422064"/>
            <a:ext cx="1667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6" name="Table 135">
            <a:extLst>
              <a:ext uri="{FF2B5EF4-FFF2-40B4-BE49-F238E27FC236}">
                <a16:creationId xmlns:a16="http://schemas.microsoft.com/office/drawing/2014/main" id="{A4ECCCF7-D8D7-4B9D-A8FD-ECBD3B5DA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803104"/>
              </p:ext>
            </p:extLst>
          </p:nvPr>
        </p:nvGraphicFramePr>
        <p:xfrm>
          <a:off x="5194780" y="4857914"/>
          <a:ext cx="1617345" cy="15586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2015620423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355820632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</a:rPr>
                        <a:t>Delivery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051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Delivery Rate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921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Comments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644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Address Id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328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Delivery Cost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4683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Delivery Method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25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Status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9693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Last Updated Date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0421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</a:rPr>
                        <a:t>Delivery address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219344"/>
                  </a:ext>
                </a:extLst>
              </a:tr>
            </a:tbl>
          </a:graphicData>
        </a:graphic>
      </p:graphicFrame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5722059-B3AD-4259-B7E7-A1C5592DE390}"/>
              </a:ext>
            </a:extLst>
          </p:cNvPr>
          <p:cNvCxnSpPr>
            <a:cxnSpLocks/>
          </p:cNvCxnSpPr>
          <p:nvPr/>
        </p:nvCxnSpPr>
        <p:spPr>
          <a:xfrm>
            <a:off x="8576944" y="1925827"/>
            <a:ext cx="368523" cy="2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B371420E-6C5F-42F3-BF68-76F0D29B3B70}"/>
              </a:ext>
            </a:extLst>
          </p:cNvPr>
          <p:cNvSpPr txBox="1"/>
          <p:nvPr/>
        </p:nvSpPr>
        <p:spPr>
          <a:xfrm>
            <a:off x="-166593" y="1123722"/>
            <a:ext cx="4834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 Diagram</a:t>
            </a:r>
          </a:p>
          <a:p>
            <a:pPr algn="ctr"/>
            <a:r>
              <a:rPr lang="en-US" sz="2400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  <a:p>
            <a:pPr algn="ctr"/>
            <a:r>
              <a:rPr lang="en-US" sz="2400" i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Ecommerce - App</a:t>
            </a:r>
          </a:p>
          <a:p>
            <a:pPr algn="ctr"/>
            <a:endParaRPr lang="en-IN" sz="24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F95EAA9F-A0FE-4314-9C7F-4E330A4F4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691043"/>
              </p:ext>
            </p:extLst>
          </p:nvPr>
        </p:nvGraphicFramePr>
        <p:xfrm>
          <a:off x="4743346" y="478262"/>
          <a:ext cx="1437005" cy="7014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242925062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42868640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74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967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Created 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55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Updated 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4545266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879F47-FDF4-4CC1-B046-60A3D60F7D65}"/>
              </a:ext>
            </a:extLst>
          </p:cNvPr>
          <p:cNvCxnSpPr>
            <a:cxnSpLocks/>
          </p:cNvCxnSpPr>
          <p:nvPr/>
        </p:nvCxnSpPr>
        <p:spPr>
          <a:xfrm>
            <a:off x="6531635" y="722255"/>
            <a:ext cx="0" cy="24481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2B1610E-E2A0-498C-A605-6F5D0D9EAEAC}"/>
              </a:ext>
            </a:extLst>
          </p:cNvPr>
          <p:cNvCxnSpPr>
            <a:cxnSpLocks/>
          </p:cNvCxnSpPr>
          <p:nvPr/>
        </p:nvCxnSpPr>
        <p:spPr>
          <a:xfrm flipH="1" flipV="1">
            <a:off x="8634680" y="3034517"/>
            <a:ext cx="544" cy="5150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CAFEF3C-9CE5-4BE5-9645-ACAE7A391F1A}"/>
              </a:ext>
            </a:extLst>
          </p:cNvPr>
          <p:cNvCxnSpPr>
            <a:cxnSpLocks/>
          </p:cNvCxnSpPr>
          <p:nvPr/>
        </p:nvCxnSpPr>
        <p:spPr>
          <a:xfrm>
            <a:off x="8634749" y="3034517"/>
            <a:ext cx="3107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7B459D-B334-4FE0-86CE-756C87F200AC}"/>
              </a:ext>
            </a:extLst>
          </p:cNvPr>
          <p:cNvCxnSpPr>
            <a:cxnSpLocks/>
          </p:cNvCxnSpPr>
          <p:nvPr/>
        </p:nvCxnSpPr>
        <p:spPr>
          <a:xfrm>
            <a:off x="8317668" y="549655"/>
            <a:ext cx="249509" cy="1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ED36077-2B66-420A-9C4C-2B7908C27770}"/>
              </a:ext>
            </a:extLst>
          </p:cNvPr>
          <p:cNvCxnSpPr>
            <a:cxnSpLocks/>
          </p:cNvCxnSpPr>
          <p:nvPr/>
        </p:nvCxnSpPr>
        <p:spPr>
          <a:xfrm flipV="1">
            <a:off x="8567177" y="549657"/>
            <a:ext cx="0" cy="13761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F190ADC-A771-48BF-A3AB-76E982B4C70B}"/>
              </a:ext>
            </a:extLst>
          </p:cNvPr>
          <p:cNvCxnSpPr>
            <a:cxnSpLocks/>
          </p:cNvCxnSpPr>
          <p:nvPr/>
        </p:nvCxnSpPr>
        <p:spPr>
          <a:xfrm flipV="1">
            <a:off x="11291222" y="1992149"/>
            <a:ext cx="5914" cy="18220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FA8D9EB-8E73-4BC6-850C-A64FA1363E33}"/>
              </a:ext>
            </a:extLst>
          </p:cNvPr>
          <p:cNvCxnSpPr>
            <a:cxnSpLocks/>
          </p:cNvCxnSpPr>
          <p:nvPr/>
        </p:nvCxnSpPr>
        <p:spPr>
          <a:xfrm flipV="1">
            <a:off x="5146371" y="3542840"/>
            <a:ext cx="0" cy="8792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E30C041-8F5C-437D-8800-EFEBBA89B25E}"/>
              </a:ext>
            </a:extLst>
          </p:cNvPr>
          <p:cNvCxnSpPr>
            <a:cxnSpLocks/>
          </p:cNvCxnSpPr>
          <p:nvPr/>
        </p:nvCxnSpPr>
        <p:spPr>
          <a:xfrm flipV="1">
            <a:off x="6003452" y="4073271"/>
            <a:ext cx="0" cy="7846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5E9185A-6F35-4B9D-9A80-1C318C5D6246}"/>
              </a:ext>
            </a:extLst>
          </p:cNvPr>
          <p:cNvCxnSpPr>
            <a:cxnSpLocks/>
          </p:cNvCxnSpPr>
          <p:nvPr/>
        </p:nvCxnSpPr>
        <p:spPr>
          <a:xfrm flipV="1">
            <a:off x="6003452" y="4064217"/>
            <a:ext cx="808673" cy="9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5955A467-AA96-48E7-A05E-D2A030F3FAAF}"/>
              </a:ext>
            </a:extLst>
          </p:cNvPr>
          <p:cNvCxnSpPr>
            <a:cxnSpLocks/>
          </p:cNvCxnSpPr>
          <p:nvPr/>
        </p:nvCxnSpPr>
        <p:spPr>
          <a:xfrm flipH="1">
            <a:off x="10369203" y="2776569"/>
            <a:ext cx="9379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FC5CEDB-BF36-4AF2-8F80-314A560706B7}"/>
              </a:ext>
            </a:extLst>
          </p:cNvPr>
          <p:cNvCxnSpPr>
            <a:cxnSpLocks/>
          </p:cNvCxnSpPr>
          <p:nvPr/>
        </p:nvCxnSpPr>
        <p:spPr>
          <a:xfrm>
            <a:off x="8564366" y="2912208"/>
            <a:ext cx="385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7110AD2-1091-4B74-BE2C-13BDCEEB1AA8}"/>
              </a:ext>
            </a:extLst>
          </p:cNvPr>
          <p:cNvCxnSpPr/>
          <p:nvPr/>
        </p:nvCxnSpPr>
        <p:spPr>
          <a:xfrm>
            <a:off x="1402672" y="4509856"/>
            <a:ext cx="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BCC4AA38-956B-4507-B062-43782E45B7BD}"/>
              </a:ext>
            </a:extLst>
          </p:cNvPr>
          <p:cNvCxnSpPr>
            <a:cxnSpLocks/>
          </p:cNvCxnSpPr>
          <p:nvPr/>
        </p:nvCxnSpPr>
        <p:spPr>
          <a:xfrm flipH="1">
            <a:off x="8557122" y="1929551"/>
            <a:ext cx="7244" cy="982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D83D923E-A24B-430A-BB74-9E7C07A93798}"/>
              </a:ext>
            </a:extLst>
          </p:cNvPr>
          <p:cNvCxnSpPr>
            <a:cxnSpLocks/>
          </p:cNvCxnSpPr>
          <p:nvPr/>
        </p:nvCxnSpPr>
        <p:spPr>
          <a:xfrm>
            <a:off x="4169238" y="4667371"/>
            <a:ext cx="2642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0EF4B55-95C0-432F-B7F9-DBE09BBBDB53}"/>
              </a:ext>
            </a:extLst>
          </p:cNvPr>
          <p:cNvCxnSpPr>
            <a:cxnSpLocks/>
          </p:cNvCxnSpPr>
          <p:nvPr/>
        </p:nvCxnSpPr>
        <p:spPr>
          <a:xfrm flipH="1">
            <a:off x="8576944" y="3982452"/>
            <a:ext cx="20117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90F0EBA-53D1-4B54-BDE6-3A03A4E2925E}"/>
              </a:ext>
            </a:extLst>
          </p:cNvPr>
          <p:cNvCxnSpPr>
            <a:cxnSpLocks/>
          </p:cNvCxnSpPr>
          <p:nvPr/>
        </p:nvCxnSpPr>
        <p:spPr>
          <a:xfrm flipV="1">
            <a:off x="8557122" y="3982452"/>
            <a:ext cx="19822" cy="25902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E8922D66-6EEA-4D17-A5E6-6E331B86321D}"/>
              </a:ext>
            </a:extLst>
          </p:cNvPr>
          <p:cNvCxnSpPr>
            <a:cxnSpLocks/>
          </p:cNvCxnSpPr>
          <p:nvPr/>
        </p:nvCxnSpPr>
        <p:spPr>
          <a:xfrm flipH="1">
            <a:off x="4669654" y="6572667"/>
            <a:ext cx="38947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198AD4F5-1F91-48F0-9B88-3A98160F8492}"/>
              </a:ext>
            </a:extLst>
          </p:cNvPr>
          <p:cNvCxnSpPr>
            <a:cxnSpLocks/>
          </p:cNvCxnSpPr>
          <p:nvPr/>
        </p:nvCxnSpPr>
        <p:spPr>
          <a:xfrm flipH="1">
            <a:off x="4181608" y="4847520"/>
            <a:ext cx="488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E86D70E-DC41-4A8F-BA99-B0E947543819}"/>
              </a:ext>
            </a:extLst>
          </p:cNvPr>
          <p:cNvCxnSpPr>
            <a:cxnSpLocks/>
          </p:cNvCxnSpPr>
          <p:nvPr/>
        </p:nvCxnSpPr>
        <p:spPr>
          <a:xfrm>
            <a:off x="4669654" y="4852580"/>
            <a:ext cx="0" cy="17200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76" name="Table 175">
            <a:extLst>
              <a:ext uri="{FF2B5EF4-FFF2-40B4-BE49-F238E27FC236}">
                <a16:creationId xmlns:a16="http://schemas.microsoft.com/office/drawing/2014/main" id="{CA275506-A0B0-4F99-B7D9-E7F1534F5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995040"/>
              </p:ext>
            </p:extLst>
          </p:nvPr>
        </p:nvGraphicFramePr>
        <p:xfrm>
          <a:off x="522659" y="4747588"/>
          <a:ext cx="1437005" cy="5299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335">
                  <a:extLst>
                    <a:ext uri="{9D8B030D-6E8A-4147-A177-3AD203B41FA5}">
                      <a16:colId xmlns:a16="http://schemas.microsoft.com/office/drawing/2014/main" val="3242925062"/>
                    </a:ext>
                  </a:extLst>
                </a:gridCol>
                <a:gridCol w="1169670">
                  <a:extLst>
                    <a:ext uri="{9D8B030D-6E8A-4147-A177-3AD203B41FA5}">
                      <a16:colId xmlns:a16="http://schemas.microsoft.com/office/drawing/2014/main" val="42868640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Address Type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74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Home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967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>
                          <a:effectLst/>
                        </a:rPr>
                        <a:t> 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Office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550257"/>
                  </a:ext>
                </a:extLst>
              </a:tr>
            </a:tbl>
          </a:graphicData>
        </a:graphic>
      </p:graphicFrame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E7212DE-61BA-4FF2-B252-E56A36DD5323}"/>
              </a:ext>
            </a:extLst>
          </p:cNvPr>
          <p:cNvCxnSpPr>
            <a:cxnSpLocks/>
          </p:cNvCxnSpPr>
          <p:nvPr/>
        </p:nvCxnSpPr>
        <p:spPr>
          <a:xfrm>
            <a:off x="1241161" y="5244701"/>
            <a:ext cx="0" cy="1327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6D2E93AA-C064-476A-BC26-87CB3054367B}"/>
              </a:ext>
            </a:extLst>
          </p:cNvPr>
          <p:cNvCxnSpPr>
            <a:cxnSpLocks/>
          </p:cNvCxnSpPr>
          <p:nvPr/>
        </p:nvCxnSpPr>
        <p:spPr>
          <a:xfrm>
            <a:off x="1241161" y="6565761"/>
            <a:ext cx="15288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38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613</Words>
  <Application>Microsoft Office PowerPoint</Application>
  <PresentationFormat>Widescreen</PresentationFormat>
  <Paragraphs>442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 Patil</dc:creator>
  <cp:lastModifiedBy>Manish Patil</cp:lastModifiedBy>
  <cp:revision>2</cp:revision>
  <dcterms:created xsi:type="dcterms:W3CDTF">2021-08-15T15:18:56Z</dcterms:created>
  <dcterms:modified xsi:type="dcterms:W3CDTF">2021-09-03T05:52:10Z</dcterms:modified>
</cp:coreProperties>
</file>