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81539-E061-4C49-B2F9-19D7D18E1B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EB7DBF-CA5B-4325-900B-603B32B0FF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8431A-D8F4-46FE-A848-195866649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AF9F9-DD6C-4575-B115-EF09BB1D839E}" type="datetimeFigureOut">
              <a:rPr lang="en-IN" smtClean="0"/>
              <a:t>14-08-2021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0D8B8-7072-4D4E-AF84-3F6431E45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A6774-8F09-4609-9D17-AB0250B1A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777E7-CF39-4809-B994-7936DED98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0311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F1E14-6E40-46D6-8D83-73E73E7F8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9BC8C-FA60-4CCA-A43C-3111B62CE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099B42-0B56-445A-B7D8-7D4A785E5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AF9F9-DD6C-4575-B115-EF09BB1D839E}" type="datetimeFigureOut">
              <a:rPr lang="en-IN" smtClean="0"/>
              <a:t>14-08-2021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443A4-52DE-407E-B7FF-D540B298C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680CF-E70A-48C1-9102-9D1475BA8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777E7-CF39-4809-B994-7936DED98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9736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46E05-BEC2-4A7A-84F0-031B4ED1C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69035C-F056-4528-8484-11B23EFAE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FB8F77-1F01-490B-ADBE-0CC816813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AF9F9-DD6C-4575-B115-EF09BB1D839E}" type="datetimeFigureOut">
              <a:rPr lang="en-IN" smtClean="0"/>
              <a:t>14-08-2021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4959F-E34D-4881-B722-AD5C18398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26F572-0BE8-4F03-9AA3-C0CCD8E8B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777E7-CF39-4809-B994-7936DED98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3119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E6EAD-9A56-4C9B-B3D2-88AE7B001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78590-BD4F-4B15-B0D6-8C60580AC5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264479-6689-4FCB-8751-4B81765AEB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318AD6-765D-4200-BAB0-FC0DCAD7F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AF9F9-DD6C-4575-B115-EF09BB1D839E}" type="datetimeFigureOut">
              <a:rPr lang="en-IN" smtClean="0"/>
              <a:t>14-08-2021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9E4AED-CE1F-444F-BFA7-342DD4CA9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E7C883-B793-422F-ABAD-D7D4F79A7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777E7-CF39-4809-B994-7936DED98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0777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F8990-E701-4D1A-B332-C0C662EF9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8E5999-EA71-4F05-B868-B544B55759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2A9EDE-D133-490F-99F2-A12610245C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E6F6FC-F8C0-45E2-896F-BA2E535A13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315CD9-36D2-4F7A-9EA8-AD545DFD8B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D659C4-53BD-4AE2-B9E2-B446890DB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AF9F9-DD6C-4575-B115-EF09BB1D839E}" type="datetimeFigureOut">
              <a:rPr lang="en-IN" smtClean="0"/>
              <a:t>14-08-2021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8F7808-B261-49D2-827E-ACCA9EF4F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CD1570-0C53-47B8-B7E3-A8517B436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777E7-CF39-4809-B994-7936DED98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1324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54C0C-30DA-4E78-ADEF-C4625F96F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C1D1DF-F806-47A2-8342-379F72815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AF9F9-DD6C-4575-B115-EF09BB1D839E}" type="datetimeFigureOut">
              <a:rPr lang="en-IN" smtClean="0"/>
              <a:t>14-08-2021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D87F62-AF52-4E08-8D88-1136BF34F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28993F-389E-451C-93A4-B825096D3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777E7-CF39-4809-B994-7936DED98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1507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BCDEED-B352-4E25-BD21-0694A513E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AF9F9-DD6C-4575-B115-EF09BB1D839E}" type="datetimeFigureOut">
              <a:rPr lang="en-IN" smtClean="0"/>
              <a:t>14-08-2021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67047D-FED0-4EBE-BB7A-2DF2EF8F5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F03F1A-7745-4CCA-967C-FDB38ACAE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777E7-CF39-4809-B994-7936DED98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4028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82EE3-55BF-4E0B-8E26-B3E1B6573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82781-C4DC-4E1A-95BB-CB5D5181FD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8E46BD-67CA-4AF8-AC4C-BA2B21767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FEA0A8-0DF1-4B21-966A-5DEC3B6DB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AF9F9-DD6C-4575-B115-EF09BB1D839E}" type="datetimeFigureOut">
              <a:rPr lang="en-IN" smtClean="0"/>
              <a:t>14-08-2021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7052A5-3D81-41BC-95AC-292E1B3C3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A77689-7AAD-421B-B842-B410AA567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777E7-CF39-4809-B994-7936DED98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328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8D83F-EF42-4270-83E9-E156320E8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7D8D93-D5EA-4859-BDA9-F9897B68CE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9A0BC7-4663-4570-8CEC-C8E05ED4B6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6C93BE-7B53-4E76-B280-1763CC3EE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AF9F9-DD6C-4575-B115-EF09BB1D839E}" type="datetimeFigureOut">
              <a:rPr lang="en-IN" smtClean="0"/>
              <a:t>14-08-2021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2C3C55-7A52-4DEC-BF38-787140091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197AA7-1AA7-4494-ADDA-7E10B8F7E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777E7-CF39-4809-B994-7936DED98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1950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28046-1732-468E-8C47-C2F04C4F2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8E3F3F-FA3F-4160-B97D-B0FFF687A9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6BAAFB-3080-4FB2-A614-15A91501B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AF9F9-DD6C-4575-B115-EF09BB1D839E}" type="datetimeFigureOut">
              <a:rPr lang="en-IN" smtClean="0"/>
              <a:t>14-08-2021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13C33-454A-46AD-B24D-B755399F7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28C191-9787-455D-AB89-DDC5D80B1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777E7-CF39-4809-B994-7936DED98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0508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98E10E-92F5-4C48-AAE1-1759C8C583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1AFAF7-8B9F-4DC9-80AD-BCC473CA26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0C8854-19CE-4665-9287-666CF6346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AF9F9-DD6C-4575-B115-EF09BB1D839E}" type="datetimeFigureOut">
              <a:rPr lang="en-IN" smtClean="0"/>
              <a:t>14-08-2021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A67C9-209C-4C84-AE2A-8D1EBD7A4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4F0C84-275C-4EB0-8F04-9C59D3869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777E7-CF39-4809-B994-7936DED98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2067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0E77A2-FCFC-4F7C-94D4-BF0F8EC9E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9B87E-2771-4FE4-8897-C2B5BDB45D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DE669E-7014-4172-9329-774C07A03B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AAF9F9-DD6C-4575-B115-EF09BB1D839E}" type="datetimeFigureOut">
              <a:rPr lang="en-IN" smtClean="0"/>
              <a:t>14-08-2021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94F20-03F8-42A5-9F17-29173EDF93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B979D-75B0-427E-A3B8-B28FA5D3E0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8777E7-CF39-4809-B994-7936DED98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498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283C9A8-EEC4-4084-8C09-A79A4F8A328F}"/>
              </a:ext>
            </a:extLst>
          </p:cNvPr>
          <p:cNvSpPr/>
          <p:nvPr/>
        </p:nvSpPr>
        <p:spPr>
          <a:xfrm rot="16200000">
            <a:off x="44389" y="4447713"/>
            <a:ext cx="861134" cy="43500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START</a:t>
            </a:r>
            <a:endParaRPr lang="en-IN" sz="12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B4019C9-CD18-4AA2-B92D-EF17F7A062CA}"/>
              </a:ext>
            </a:extLst>
          </p:cNvPr>
          <p:cNvCxnSpPr>
            <a:cxnSpLocks/>
          </p:cNvCxnSpPr>
          <p:nvPr/>
        </p:nvCxnSpPr>
        <p:spPr>
          <a:xfrm>
            <a:off x="692459" y="4665215"/>
            <a:ext cx="3107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Diamond 7">
            <a:extLst>
              <a:ext uri="{FF2B5EF4-FFF2-40B4-BE49-F238E27FC236}">
                <a16:creationId xmlns:a16="http://schemas.microsoft.com/office/drawing/2014/main" id="{292586F0-98F7-4426-9F9D-55283EF09A58}"/>
              </a:ext>
            </a:extLst>
          </p:cNvPr>
          <p:cNvSpPr/>
          <p:nvPr/>
        </p:nvSpPr>
        <p:spPr>
          <a:xfrm rot="16200000">
            <a:off x="488275" y="4265719"/>
            <a:ext cx="1811045" cy="798990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Registered?</a:t>
            </a:r>
            <a:endParaRPr lang="en-IN" sz="12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610CB72-2445-4CB8-AD13-75FA20B00CA4}"/>
              </a:ext>
            </a:extLst>
          </p:cNvPr>
          <p:cNvCxnSpPr>
            <a:cxnSpLocks/>
          </p:cNvCxnSpPr>
          <p:nvPr/>
        </p:nvCxnSpPr>
        <p:spPr>
          <a:xfrm flipV="1">
            <a:off x="1393796" y="3065015"/>
            <a:ext cx="0" cy="7279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0650925-2061-4555-AA52-AFB8C5861F3A}"/>
              </a:ext>
            </a:extLst>
          </p:cNvPr>
          <p:cNvSpPr/>
          <p:nvPr/>
        </p:nvSpPr>
        <p:spPr>
          <a:xfrm rot="16200000">
            <a:off x="896646" y="2345924"/>
            <a:ext cx="994299" cy="44388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Register</a:t>
            </a:r>
            <a:endParaRPr lang="en-IN" sz="12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7374AE2-F452-448B-905D-94E9D5F27EC7}"/>
              </a:ext>
            </a:extLst>
          </p:cNvPr>
          <p:cNvCxnSpPr>
            <a:cxnSpLocks/>
          </p:cNvCxnSpPr>
          <p:nvPr/>
        </p:nvCxnSpPr>
        <p:spPr>
          <a:xfrm>
            <a:off x="1793292" y="4665214"/>
            <a:ext cx="5326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CF4A20BA-F961-42FC-8F3A-AB55DD8E6D36}"/>
              </a:ext>
            </a:extLst>
          </p:cNvPr>
          <p:cNvSpPr/>
          <p:nvPr/>
        </p:nvSpPr>
        <p:spPr>
          <a:xfrm rot="16200000">
            <a:off x="2019673" y="4474344"/>
            <a:ext cx="994298" cy="3817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Login</a:t>
            </a:r>
            <a:endParaRPr lang="en-IN" sz="1200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18B6999-7479-4D52-B9B2-DAB828E460E9}"/>
              </a:ext>
            </a:extLst>
          </p:cNvPr>
          <p:cNvCxnSpPr>
            <a:cxnSpLocks/>
            <a:endCxn id="23" idx="0"/>
          </p:cNvCxnSpPr>
          <p:nvPr/>
        </p:nvCxnSpPr>
        <p:spPr>
          <a:xfrm flipV="1">
            <a:off x="2716571" y="4665211"/>
            <a:ext cx="402601" cy="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Diamond 22">
            <a:extLst>
              <a:ext uri="{FF2B5EF4-FFF2-40B4-BE49-F238E27FC236}">
                <a16:creationId xmlns:a16="http://schemas.microsoft.com/office/drawing/2014/main" id="{A5623931-EF08-46D8-B35F-2A37727CE264}"/>
              </a:ext>
            </a:extLst>
          </p:cNvPr>
          <p:cNvSpPr/>
          <p:nvPr/>
        </p:nvSpPr>
        <p:spPr>
          <a:xfrm rot="16200000">
            <a:off x="2864827" y="4324753"/>
            <a:ext cx="1189605" cy="680916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Home</a:t>
            </a:r>
            <a:endParaRPr lang="en-IN" sz="1200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FCF4F9A-2DAD-4188-9365-A73793BC84EA}"/>
              </a:ext>
            </a:extLst>
          </p:cNvPr>
          <p:cNvCxnSpPr>
            <a:cxnSpLocks/>
          </p:cNvCxnSpPr>
          <p:nvPr/>
        </p:nvCxnSpPr>
        <p:spPr>
          <a:xfrm flipV="1">
            <a:off x="3459630" y="3630967"/>
            <a:ext cx="0" cy="4350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Diamond 29">
            <a:extLst>
              <a:ext uri="{FF2B5EF4-FFF2-40B4-BE49-F238E27FC236}">
                <a16:creationId xmlns:a16="http://schemas.microsoft.com/office/drawing/2014/main" id="{1208F225-CF21-41AC-9498-E02F418F3884}"/>
              </a:ext>
            </a:extLst>
          </p:cNvPr>
          <p:cNvSpPr/>
          <p:nvPr/>
        </p:nvSpPr>
        <p:spPr>
          <a:xfrm rot="16200000">
            <a:off x="2807121" y="2663300"/>
            <a:ext cx="1305017" cy="62143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Acc,</a:t>
            </a:r>
          </a:p>
          <a:p>
            <a:pPr algn="ctr"/>
            <a:r>
              <a:rPr lang="en-US" sz="1200" dirty="0"/>
              <a:t>Orders,Ect.</a:t>
            </a:r>
            <a:endParaRPr lang="en-IN" sz="12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4F0A31C-8F22-46B7-AA50-D2A1F144673B}"/>
              </a:ext>
            </a:extLst>
          </p:cNvPr>
          <p:cNvSpPr/>
          <p:nvPr/>
        </p:nvSpPr>
        <p:spPr>
          <a:xfrm rot="16200000">
            <a:off x="3878432" y="2768722"/>
            <a:ext cx="980982" cy="4105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View</a:t>
            </a:r>
            <a:endParaRPr lang="en-IN" sz="1200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FE73424-A1DF-4126-A2D3-908D66E7C8BE}"/>
              </a:ext>
            </a:extLst>
          </p:cNvPr>
          <p:cNvCxnSpPr>
            <a:cxnSpLocks/>
          </p:cNvCxnSpPr>
          <p:nvPr/>
        </p:nvCxnSpPr>
        <p:spPr>
          <a:xfrm>
            <a:off x="3770348" y="2974018"/>
            <a:ext cx="3932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A1514BE-755D-4DED-BADB-21DCCB4CBDE2}"/>
              </a:ext>
            </a:extLst>
          </p:cNvPr>
          <p:cNvCxnSpPr>
            <a:cxnSpLocks/>
          </p:cNvCxnSpPr>
          <p:nvPr/>
        </p:nvCxnSpPr>
        <p:spPr>
          <a:xfrm>
            <a:off x="4357385" y="2080703"/>
            <a:ext cx="0" cy="4028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CCCFA6F-BD7A-466A-9E66-405B4D6E3375}"/>
              </a:ext>
            </a:extLst>
          </p:cNvPr>
          <p:cNvCxnSpPr>
            <a:cxnSpLocks/>
          </p:cNvCxnSpPr>
          <p:nvPr/>
        </p:nvCxnSpPr>
        <p:spPr>
          <a:xfrm>
            <a:off x="2849738" y="2080703"/>
            <a:ext cx="0" cy="25845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937D10C-93BF-4348-8051-13322D079041}"/>
              </a:ext>
            </a:extLst>
          </p:cNvPr>
          <p:cNvCxnSpPr>
            <a:cxnSpLocks/>
          </p:cNvCxnSpPr>
          <p:nvPr/>
        </p:nvCxnSpPr>
        <p:spPr>
          <a:xfrm flipV="1">
            <a:off x="2849738" y="2070716"/>
            <a:ext cx="1507647" cy="998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64945DC-5DC9-4C31-B2F0-CDDD1F8498F6}"/>
              </a:ext>
            </a:extLst>
          </p:cNvPr>
          <p:cNvCxnSpPr>
            <a:cxnSpLocks/>
          </p:cNvCxnSpPr>
          <p:nvPr/>
        </p:nvCxnSpPr>
        <p:spPr>
          <a:xfrm flipV="1">
            <a:off x="3459629" y="1698404"/>
            <a:ext cx="0" cy="6125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4E9EFB71-017F-4974-9E00-43BB095C6D2F}"/>
              </a:ext>
            </a:extLst>
          </p:cNvPr>
          <p:cNvSpPr/>
          <p:nvPr/>
        </p:nvSpPr>
        <p:spPr>
          <a:xfrm rot="16200000">
            <a:off x="2962481" y="997070"/>
            <a:ext cx="994295" cy="4083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Logout</a:t>
            </a:r>
            <a:endParaRPr lang="en-IN" sz="1200" dirty="0"/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F01FF92D-AAB5-4ABD-8CC5-D9039D9422EF}"/>
              </a:ext>
            </a:extLst>
          </p:cNvPr>
          <p:cNvCxnSpPr>
            <a:cxnSpLocks/>
          </p:cNvCxnSpPr>
          <p:nvPr/>
        </p:nvCxnSpPr>
        <p:spPr>
          <a:xfrm>
            <a:off x="3800088" y="4665211"/>
            <a:ext cx="3635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30A7704D-02AA-4D16-82BB-6685A837FADF}"/>
              </a:ext>
            </a:extLst>
          </p:cNvPr>
          <p:cNvSpPr/>
          <p:nvPr/>
        </p:nvSpPr>
        <p:spPr>
          <a:xfrm rot="16200000">
            <a:off x="3838038" y="4449261"/>
            <a:ext cx="1083078" cy="4318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View/Search</a:t>
            </a:r>
            <a:endParaRPr lang="en-IN" sz="120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3F232C61-D72F-4FFC-A3C6-19FA7B41DCE4}"/>
              </a:ext>
            </a:extLst>
          </p:cNvPr>
          <p:cNvSpPr/>
          <p:nvPr/>
        </p:nvSpPr>
        <p:spPr>
          <a:xfrm rot="16200000">
            <a:off x="4631260" y="4449262"/>
            <a:ext cx="1083079" cy="4318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Add to Cart</a:t>
            </a:r>
            <a:endParaRPr lang="en-IN" sz="1200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31285E48-7908-4A20-ABDF-ED7F630C80BD}"/>
              </a:ext>
            </a:extLst>
          </p:cNvPr>
          <p:cNvCxnSpPr>
            <a:cxnSpLocks/>
            <a:stCxn id="71" idx="2"/>
          </p:cNvCxnSpPr>
          <p:nvPr/>
        </p:nvCxnSpPr>
        <p:spPr>
          <a:xfrm>
            <a:off x="4595527" y="4665211"/>
            <a:ext cx="3613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AA6AA7CE-4400-4436-ACB2-A20FA4FA286E}"/>
              </a:ext>
            </a:extLst>
          </p:cNvPr>
          <p:cNvCxnSpPr>
            <a:cxnSpLocks/>
          </p:cNvCxnSpPr>
          <p:nvPr/>
        </p:nvCxnSpPr>
        <p:spPr>
          <a:xfrm flipV="1">
            <a:off x="5381348" y="4665209"/>
            <a:ext cx="34622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" name="Diamond 81">
            <a:extLst>
              <a:ext uri="{FF2B5EF4-FFF2-40B4-BE49-F238E27FC236}">
                <a16:creationId xmlns:a16="http://schemas.microsoft.com/office/drawing/2014/main" id="{F8074F8C-39AD-4013-90F4-B45EC0919948}"/>
              </a:ext>
            </a:extLst>
          </p:cNvPr>
          <p:cNvSpPr/>
          <p:nvPr/>
        </p:nvSpPr>
        <p:spPr>
          <a:xfrm rot="16200000">
            <a:off x="5473227" y="4320319"/>
            <a:ext cx="1189605" cy="680906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Cart</a:t>
            </a:r>
            <a:endParaRPr lang="en-IN" sz="1200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82C8DF50-5DD0-4E41-B970-108DAA8860F3}"/>
              </a:ext>
            </a:extLst>
          </p:cNvPr>
          <p:cNvSpPr/>
          <p:nvPr/>
        </p:nvSpPr>
        <p:spPr>
          <a:xfrm rot="16200000">
            <a:off x="6393686" y="4467011"/>
            <a:ext cx="1083075" cy="3963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Edit Items</a:t>
            </a:r>
            <a:endParaRPr lang="en-IN" sz="1200" dirty="0"/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BC007D90-42BC-436E-A943-3134F74B5428}"/>
              </a:ext>
            </a:extLst>
          </p:cNvPr>
          <p:cNvCxnSpPr>
            <a:cxnSpLocks/>
          </p:cNvCxnSpPr>
          <p:nvPr/>
        </p:nvCxnSpPr>
        <p:spPr>
          <a:xfrm>
            <a:off x="6408483" y="4660772"/>
            <a:ext cx="3296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9FE6FBBE-787F-4443-BE66-5DB2C5B34D0B}"/>
              </a:ext>
            </a:extLst>
          </p:cNvPr>
          <p:cNvCxnSpPr>
            <a:cxnSpLocks/>
          </p:cNvCxnSpPr>
          <p:nvPr/>
        </p:nvCxnSpPr>
        <p:spPr>
          <a:xfrm>
            <a:off x="7133420" y="4660772"/>
            <a:ext cx="3859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Rectangle 93">
            <a:extLst>
              <a:ext uri="{FF2B5EF4-FFF2-40B4-BE49-F238E27FC236}">
                <a16:creationId xmlns:a16="http://schemas.microsoft.com/office/drawing/2014/main" id="{6516A81F-6DC0-4101-986C-A94EB585C6C8}"/>
              </a:ext>
            </a:extLst>
          </p:cNvPr>
          <p:cNvSpPr/>
          <p:nvPr/>
        </p:nvSpPr>
        <p:spPr>
          <a:xfrm rot="16200000">
            <a:off x="7156392" y="4473915"/>
            <a:ext cx="1083078" cy="3825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Check Out</a:t>
            </a:r>
            <a:endParaRPr lang="en-IN" sz="1200" dirty="0"/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B161D237-1DAD-41D9-8A29-816C4217670B}"/>
              </a:ext>
            </a:extLst>
          </p:cNvPr>
          <p:cNvCxnSpPr>
            <a:cxnSpLocks/>
          </p:cNvCxnSpPr>
          <p:nvPr/>
        </p:nvCxnSpPr>
        <p:spPr>
          <a:xfrm>
            <a:off x="6064926" y="3626527"/>
            <a:ext cx="2" cy="43862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744659EC-EF77-4349-A4A8-366CEC2DCB19}"/>
              </a:ext>
            </a:extLst>
          </p:cNvPr>
          <p:cNvCxnSpPr>
            <a:cxnSpLocks/>
          </p:cNvCxnSpPr>
          <p:nvPr/>
        </p:nvCxnSpPr>
        <p:spPr>
          <a:xfrm>
            <a:off x="7697931" y="3625707"/>
            <a:ext cx="0" cy="497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6254F51-3AC2-4F5E-9EEF-68D8D1626F41}"/>
              </a:ext>
            </a:extLst>
          </p:cNvPr>
          <p:cNvCxnSpPr>
            <a:cxnSpLocks/>
          </p:cNvCxnSpPr>
          <p:nvPr/>
        </p:nvCxnSpPr>
        <p:spPr>
          <a:xfrm flipV="1">
            <a:off x="6064927" y="3625707"/>
            <a:ext cx="1628493" cy="8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72A85ACB-1854-486D-9225-9658BCE7D5EF}"/>
              </a:ext>
            </a:extLst>
          </p:cNvPr>
          <p:cNvCxnSpPr>
            <a:cxnSpLocks/>
          </p:cNvCxnSpPr>
          <p:nvPr/>
        </p:nvCxnSpPr>
        <p:spPr>
          <a:xfrm>
            <a:off x="7889224" y="4660772"/>
            <a:ext cx="3728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2" name="Rectangle 111">
            <a:extLst>
              <a:ext uri="{FF2B5EF4-FFF2-40B4-BE49-F238E27FC236}">
                <a16:creationId xmlns:a16="http://schemas.microsoft.com/office/drawing/2014/main" id="{F9DC2E94-14FE-47FC-ADE3-C036699FA65F}"/>
              </a:ext>
            </a:extLst>
          </p:cNvPr>
          <p:cNvSpPr/>
          <p:nvPr/>
        </p:nvSpPr>
        <p:spPr>
          <a:xfrm rot="16200000">
            <a:off x="7911478" y="4478774"/>
            <a:ext cx="1083078" cy="3728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Payment</a:t>
            </a:r>
            <a:endParaRPr lang="en-IN" sz="1200" dirty="0"/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BE9729A6-3042-40A0-AFCC-49EC9435FB86}"/>
              </a:ext>
            </a:extLst>
          </p:cNvPr>
          <p:cNvCxnSpPr>
            <a:cxnSpLocks/>
          </p:cNvCxnSpPr>
          <p:nvPr/>
        </p:nvCxnSpPr>
        <p:spPr>
          <a:xfrm>
            <a:off x="8639448" y="4660772"/>
            <a:ext cx="3447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8" name="Diamond 117">
            <a:extLst>
              <a:ext uri="{FF2B5EF4-FFF2-40B4-BE49-F238E27FC236}">
                <a16:creationId xmlns:a16="http://schemas.microsoft.com/office/drawing/2014/main" id="{1AA60760-263E-413E-9BF5-F57462620097}"/>
              </a:ext>
            </a:extLst>
          </p:cNvPr>
          <p:cNvSpPr/>
          <p:nvPr/>
        </p:nvSpPr>
        <p:spPr>
          <a:xfrm rot="16200000">
            <a:off x="8586645" y="4261276"/>
            <a:ext cx="1587618" cy="798992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Approved</a:t>
            </a:r>
            <a:endParaRPr lang="en-IN" sz="1200" dirty="0"/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6A78F444-74DF-400B-9D79-7FA0EE0F3E8F}"/>
              </a:ext>
            </a:extLst>
          </p:cNvPr>
          <p:cNvCxnSpPr>
            <a:cxnSpLocks/>
          </p:cNvCxnSpPr>
          <p:nvPr/>
        </p:nvCxnSpPr>
        <p:spPr>
          <a:xfrm flipV="1">
            <a:off x="5529306" y="4660772"/>
            <a:ext cx="0" cy="12073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D0574969-A437-4609-9562-B3E54C6938B2}"/>
              </a:ext>
            </a:extLst>
          </p:cNvPr>
          <p:cNvCxnSpPr>
            <a:cxnSpLocks/>
          </p:cNvCxnSpPr>
          <p:nvPr/>
        </p:nvCxnSpPr>
        <p:spPr>
          <a:xfrm>
            <a:off x="5529306" y="5868140"/>
            <a:ext cx="385114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1E2CEA80-B8E0-4CF2-9C01-C1FF6588E069}"/>
              </a:ext>
            </a:extLst>
          </p:cNvPr>
          <p:cNvCxnSpPr>
            <a:cxnSpLocks/>
          </p:cNvCxnSpPr>
          <p:nvPr/>
        </p:nvCxnSpPr>
        <p:spPr>
          <a:xfrm flipV="1">
            <a:off x="9380454" y="5454581"/>
            <a:ext cx="0" cy="4135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1D5B7F77-6EC2-428D-9421-77F19AAE58B2}"/>
              </a:ext>
            </a:extLst>
          </p:cNvPr>
          <p:cNvCxnSpPr>
            <a:cxnSpLocks/>
          </p:cNvCxnSpPr>
          <p:nvPr/>
        </p:nvCxnSpPr>
        <p:spPr>
          <a:xfrm>
            <a:off x="9779950" y="4660772"/>
            <a:ext cx="2929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7" name="Rectangle 136">
            <a:extLst>
              <a:ext uri="{FF2B5EF4-FFF2-40B4-BE49-F238E27FC236}">
                <a16:creationId xmlns:a16="http://schemas.microsoft.com/office/drawing/2014/main" id="{033B93A6-56E0-44EF-AF85-A6A8BE6E7C70}"/>
              </a:ext>
            </a:extLst>
          </p:cNvPr>
          <p:cNvSpPr/>
          <p:nvPr/>
        </p:nvSpPr>
        <p:spPr>
          <a:xfrm rot="16200000">
            <a:off x="9743922" y="4457255"/>
            <a:ext cx="1083075" cy="4158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Order</a:t>
            </a:r>
          </a:p>
          <a:p>
            <a:pPr algn="ctr"/>
            <a:r>
              <a:rPr lang="en-US" sz="1200" dirty="0"/>
              <a:t>Confirmation</a:t>
            </a:r>
            <a:endParaRPr lang="en-IN" sz="1200" dirty="0"/>
          </a:p>
        </p:txBody>
      </p: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E4C7A55D-5AF1-4069-9607-0AAC4CA4469F}"/>
              </a:ext>
            </a:extLst>
          </p:cNvPr>
          <p:cNvCxnSpPr>
            <a:cxnSpLocks/>
          </p:cNvCxnSpPr>
          <p:nvPr/>
        </p:nvCxnSpPr>
        <p:spPr>
          <a:xfrm flipV="1">
            <a:off x="3459629" y="5255577"/>
            <a:ext cx="0" cy="7812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94AB0DAF-EF2E-4CEB-BCC1-3C2C5E7717F5}"/>
              </a:ext>
            </a:extLst>
          </p:cNvPr>
          <p:cNvCxnSpPr>
            <a:cxnSpLocks/>
          </p:cNvCxnSpPr>
          <p:nvPr/>
        </p:nvCxnSpPr>
        <p:spPr>
          <a:xfrm flipH="1">
            <a:off x="3459629" y="6036816"/>
            <a:ext cx="682959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F14E1353-B467-4397-8F2A-BD7C55F4D681}"/>
              </a:ext>
            </a:extLst>
          </p:cNvPr>
          <p:cNvCxnSpPr/>
          <p:nvPr/>
        </p:nvCxnSpPr>
        <p:spPr>
          <a:xfrm>
            <a:off x="6667130" y="6036816"/>
            <a:ext cx="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9830A70F-599E-4552-B9D9-1B798F73590B}"/>
              </a:ext>
            </a:extLst>
          </p:cNvPr>
          <p:cNvCxnSpPr>
            <a:cxnSpLocks/>
          </p:cNvCxnSpPr>
          <p:nvPr/>
        </p:nvCxnSpPr>
        <p:spPr>
          <a:xfrm flipV="1">
            <a:off x="10289219" y="5211191"/>
            <a:ext cx="0" cy="825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90557BB8-CB98-4BB5-A8C0-36A42C2876FB}"/>
              </a:ext>
            </a:extLst>
          </p:cNvPr>
          <p:cNvCxnSpPr>
            <a:cxnSpLocks/>
          </p:cNvCxnSpPr>
          <p:nvPr/>
        </p:nvCxnSpPr>
        <p:spPr>
          <a:xfrm>
            <a:off x="10493406" y="4660772"/>
            <a:ext cx="3906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9" name="Oval 158">
            <a:extLst>
              <a:ext uri="{FF2B5EF4-FFF2-40B4-BE49-F238E27FC236}">
                <a16:creationId xmlns:a16="http://schemas.microsoft.com/office/drawing/2014/main" id="{4FF0554F-E585-400F-BB70-0722FE57D7AD}"/>
              </a:ext>
            </a:extLst>
          </p:cNvPr>
          <p:cNvSpPr/>
          <p:nvPr/>
        </p:nvSpPr>
        <p:spPr>
          <a:xfrm rot="16200000">
            <a:off x="10615963" y="4402079"/>
            <a:ext cx="1062863" cy="53266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End Process</a:t>
            </a:r>
            <a:endParaRPr lang="en-IN" sz="1200" dirty="0"/>
          </a:p>
        </p:txBody>
      </p: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BCD60307-324F-4561-9A94-56B0C684F7F0}"/>
              </a:ext>
            </a:extLst>
          </p:cNvPr>
          <p:cNvCxnSpPr>
            <a:cxnSpLocks/>
            <a:stCxn id="71" idx="1"/>
          </p:cNvCxnSpPr>
          <p:nvPr/>
        </p:nvCxnSpPr>
        <p:spPr>
          <a:xfrm>
            <a:off x="4379578" y="5206750"/>
            <a:ext cx="0" cy="8300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9D748E09-F86A-4C29-B1F6-43BA0564FBBA}"/>
              </a:ext>
            </a:extLst>
          </p:cNvPr>
          <p:cNvCxnSpPr>
            <a:cxnSpLocks/>
            <a:stCxn id="82" idx="1"/>
          </p:cNvCxnSpPr>
          <p:nvPr/>
        </p:nvCxnSpPr>
        <p:spPr>
          <a:xfrm flipH="1">
            <a:off x="6064926" y="5255575"/>
            <a:ext cx="3104" cy="7812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29041913-0613-446B-B157-0F611AC7C21E}"/>
              </a:ext>
            </a:extLst>
          </p:cNvPr>
          <p:cNvCxnSpPr>
            <a:cxnSpLocks/>
          </p:cNvCxnSpPr>
          <p:nvPr/>
        </p:nvCxnSpPr>
        <p:spPr>
          <a:xfrm>
            <a:off x="6939589" y="5206750"/>
            <a:ext cx="0" cy="8300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28BBAA84-2FDA-4558-A966-59E83611008E}"/>
              </a:ext>
            </a:extLst>
          </p:cNvPr>
          <p:cNvCxnSpPr>
            <a:cxnSpLocks/>
          </p:cNvCxnSpPr>
          <p:nvPr/>
        </p:nvCxnSpPr>
        <p:spPr>
          <a:xfrm>
            <a:off x="7693420" y="5206750"/>
            <a:ext cx="0" cy="8300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E8D993B3-6D14-4E43-8649-375EC770A7CC}"/>
              </a:ext>
            </a:extLst>
          </p:cNvPr>
          <p:cNvCxnSpPr>
            <a:cxnSpLocks/>
          </p:cNvCxnSpPr>
          <p:nvPr/>
        </p:nvCxnSpPr>
        <p:spPr>
          <a:xfrm flipH="1">
            <a:off x="2055112" y="2554273"/>
            <a:ext cx="2064" cy="20954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152A049B-D69F-4711-83DA-7CAB90ADF6C4}"/>
              </a:ext>
            </a:extLst>
          </p:cNvPr>
          <p:cNvCxnSpPr>
            <a:cxnSpLocks/>
          </p:cNvCxnSpPr>
          <p:nvPr/>
        </p:nvCxnSpPr>
        <p:spPr>
          <a:xfrm flipV="1">
            <a:off x="1614361" y="2554273"/>
            <a:ext cx="440751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6" name="TextBox 185">
            <a:extLst>
              <a:ext uri="{FF2B5EF4-FFF2-40B4-BE49-F238E27FC236}">
                <a16:creationId xmlns:a16="http://schemas.microsoft.com/office/drawing/2014/main" id="{11A27358-C171-4963-B705-EC98E55F7CC4}"/>
              </a:ext>
            </a:extLst>
          </p:cNvPr>
          <p:cNvSpPr txBox="1"/>
          <p:nvPr/>
        </p:nvSpPr>
        <p:spPr>
          <a:xfrm rot="16200000">
            <a:off x="1800299" y="4720364"/>
            <a:ext cx="4738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Yes</a:t>
            </a:r>
            <a:endParaRPr lang="en-IN" sz="1200" dirty="0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AE79A3B9-D45A-460B-9D49-AA0A30898ABF}"/>
              </a:ext>
            </a:extLst>
          </p:cNvPr>
          <p:cNvSpPr txBox="1"/>
          <p:nvPr/>
        </p:nvSpPr>
        <p:spPr>
          <a:xfrm rot="16200000" flipH="1">
            <a:off x="1043733" y="3326010"/>
            <a:ext cx="4563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Not</a:t>
            </a:r>
            <a:endParaRPr lang="en-IN" sz="1200" dirty="0"/>
          </a:p>
        </p:txBody>
      </p:sp>
      <p:sp>
        <p:nvSpPr>
          <p:cNvPr id="191" name="Subtitle 190">
            <a:extLst>
              <a:ext uri="{FF2B5EF4-FFF2-40B4-BE49-F238E27FC236}">
                <a16:creationId xmlns:a16="http://schemas.microsoft.com/office/drawing/2014/main" id="{03192B9D-3B44-4CA6-891D-47542E79F3E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 rot="5400000" flipH="1" flipV="1">
            <a:off x="3394158" y="4903263"/>
            <a:ext cx="1076415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Shopping</a:t>
            </a:r>
            <a:endParaRPr lang="en-IN" sz="1200" dirty="0"/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67EA7655-1E57-4089-BA37-8E198EF7E71E}"/>
              </a:ext>
            </a:extLst>
          </p:cNvPr>
          <p:cNvSpPr txBox="1"/>
          <p:nvPr/>
        </p:nvSpPr>
        <p:spPr>
          <a:xfrm rot="16200000" flipH="1">
            <a:off x="3120429" y="3736187"/>
            <a:ext cx="4563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Info</a:t>
            </a:r>
            <a:endParaRPr lang="en-IN" sz="1200" dirty="0"/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69EE48AB-0A0B-4B76-BB83-3269DA1AC42A}"/>
              </a:ext>
            </a:extLst>
          </p:cNvPr>
          <p:cNvSpPr txBox="1"/>
          <p:nvPr/>
        </p:nvSpPr>
        <p:spPr>
          <a:xfrm rot="16200000" flipH="1">
            <a:off x="9042132" y="5501485"/>
            <a:ext cx="4563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Not</a:t>
            </a:r>
            <a:endParaRPr lang="en-IN" sz="1200" dirty="0"/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AF4D9AD0-1AE0-4E1F-9814-E436455BCA92}"/>
              </a:ext>
            </a:extLst>
          </p:cNvPr>
          <p:cNvSpPr txBox="1"/>
          <p:nvPr/>
        </p:nvSpPr>
        <p:spPr>
          <a:xfrm rot="16200000" flipH="1">
            <a:off x="9699777" y="4355821"/>
            <a:ext cx="4563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Yes</a:t>
            </a:r>
            <a:endParaRPr lang="en-IN" sz="1200" dirty="0"/>
          </a:p>
        </p:txBody>
      </p:sp>
      <p:sp>
        <p:nvSpPr>
          <p:cNvPr id="195" name="Rectangle: Rounded Corners 194">
            <a:extLst>
              <a:ext uri="{FF2B5EF4-FFF2-40B4-BE49-F238E27FC236}">
                <a16:creationId xmlns:a16="http://schemas.microsoft.com/office/drawing/2014/main" id="{FC29B257-E645-4C64-AB7E-DA6EA8078E04}"/>
              </a:ext>
            </a:extLst>
          </p:cNvPr>
          <p:cNvSpPr/>
          <p:nvPr/>
        </p:nvSpPr>
        <p:spPr>
          <a:xfrm rot="16200000">
            <a:off x="8907086" y="1173612"/>
            <a:ext cx="3032483" cy="126778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 Chart</a:t>
            </a:r>
          </a:p>
          <a:p>
            <a:pPr algn="ctr"/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</a:p>
          <a:p>
            <a:pPr algn="ctr"/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E-com Shopping App</a:t>
            </a:r>
          </a:p>
          <a:p>
            <a:pPr algn="ctr"/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(Flutter +Django)</a:t>
            </a:r>
            <a:endParaRPr lang="en-IN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2360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</Words>
  <Application>Microsoft Office PowerPoint</Application>
  <PresentationFormat>Widescreen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Manish Patil</dc:creator>
  <cp:lastModifiedBy>Manish Patil</cp:lastModifiedBy>
  <cp:revision>1</cp:revision>
  <dcterms:created xsi:type="dcterms:W3CDTF">2021-08-14T16:30:03Z</dcterms:created>
  <dcterms:modified xsi:type="dcterms:W3CDTF">2021-08-14T16:30:46Z</dcterms:modified>
</cp:coreProperties>
</file>