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8" r:id="rId7"/>
    <p:sldId id="273" r:id="rId8"/>
    <p:sldId id="269" r:id="rId9"/>
    <p:sldId id="270" r:id="rId10"/>
    <p:sldId id="271" r:id="rId11"/>
    <p:sldId id="272" r:id="rId12"/>
    <p:sldId id="275" r:id="rId13"/>
    <p:sldId id="280" r:id="rId14"/>
    <p:sldId id="264" r:id="rId15"/>
  </p:sldIdLst>
  <p:sldSz cx="9144000" cy="6858000" type="screen4x3"/>
  <p:notesSz cx="7559675" cy="1069149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-374"/>
      </p:cViewPr>
      <p:guideLst>
        <p:guide orient="horz" pos="2160"/>
        <p:guide pos="28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c0ae5a757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g8c0ae5a75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728b34f7d_0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g8728b34f7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457200" y="228600"/>
            <a:ext cx="7543440" cy="60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323964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02208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45720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323964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602208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915400" y="1143000"/>
            <a:ext cx="228240" cy="47239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/>
          <p:nvPr/>
        </p:nvSpPr>
        <p:spPr>
          <a:xfrm>
            <a:off x="0" y="1143000"/>
            <a:ext cx="228240" cy="4723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" name="Google Shape;8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948690" y="2112010"/>
            <a:ext cx="7175500" cy="207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Deploying Django and React Web application with Apache &amp; mod_wsgi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48840" y="2931600"/>
            <a:ext cx="71754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340360" y="1003935"/>
            <a:ext cx="8364855" cy="557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-   First step is to download the apache server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-   </a:t>
            </a:r>
            <a:r>
              <a:rPr lang="en-IN" altLang="en-US" sz="1900" dirty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ownload the apache server from official documentation using following link </a:t>
            </a:r>
            <a:r>
              <a:rPr lang="en-IN" altLang="en-US" sz="1900" dirty="0">
                <a:latin typeface="Times New Roman" panose="02020603050405020304" charset="0"/>
                <a:cs typeface="Times New Roman" panose="02020603050405020304" charset="0"/>
              </a:rPr>
              <a:t>-  	</a:t>
            </a:r>
            <a:r>
              <a:rPr lang="en-US" sz="1900" b="1" dirty="0">
                <a:latin typeface="Times New Roman" panose="02020603050405020304" charset="0"/>
                <a:cs typeface="Times New Roman" panose="02020603050405020304" charset="0"/>
              </a:rPr>
              <a:t>https://httpd.apache.org/download.cgi</a:t>
            </a:r>
            <a:endParaRPr lang="en-US" sz="19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-  Based on computer configuration </a:t>
            </a:r>
            <a:r>
              <a:rPr lang="en-IN" altLang="en-US" sz="1900" dirty="0">
                <a:latin typeface="Times New Roman" panose="02020603050405020304" charset="0"/>
                <a:cs typeface="Times New Roman" panose="02020603050405020304" charset="0"/>
              </a:rPr>
              <a:t>you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have to download(</a:t>
            </a:r>
            <a:r>
              <a:rPr lang="en-IN" altLang="en-US" sz="1900" dirty="0">
                <a:latin typeface="Times New Roman" panose="02020603050405020304" charset="0"/>
                <a:cs typeface="Times New Roman" panose="02020603050405020304" charset="0"/>
              </a:rPr>
              <a:t>For 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windows, macos,	linux systems)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-   For windows have to download Apache Lounge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7200" y="191770"/>
            <a:ext cx="7543800" cy="8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latin typeface="Times New Roman" panose="02020603050405020304" charset="0"/>
                <a:cs typeface="Times New Roman" panose="02020603050405020304" charset="0"/>
              </a:rPr>
              <a:t>Installation</a:t>
            </a:r>
            <a:r>
              <a:rPr lang="en-IN" altLang="en-US" sz="3000" b="1" dirty="0" smtClean="0">
                <a:latin typeface="Times New Roman" panose="02020603050405020304" charset="0"/>
                <a:cs typeface="Times New Roman" panose="02020603050405020304" charset="0"/>
              </a:rPr>
              <a:t> of Apache Server</a:t>
            </a:r>
            <a:endParaRPr lang="en-IN" altLang="en-US" sz="3000" b="1" strike="noStrike" dirty="0" smtClea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2677160"/>
            <a:ext cx="4329430" cy="1503680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1143000" y="3581400"/>
            <a:ext cx="738505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572000"/>
            <a:ext cx="3990975" cy="186880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1143000" y="5334000"/>
            <a:ext cx="785495" cy="4140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543165" cy="602615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charset="0"/>
                <a:cs typeface="Times New Roman" panose="02020603050405020304" charset="0"/>
              </a:rPr>
              <a:t> Cont...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3180"/>
            <a:ext cx="8228965" cy="5012055"/>
          </a:xfrm>
        </p:spPr>
        <p:txBody>
          <a:bodyPr/>
          <a:lstStyle/>
          <a:p>
            <a:endParaRPr lang="en-US" dirty="0"/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After Clicking on Apache Lounge below page will open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Based on windows bit version (32bit 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r 64bit) download respective zip file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Extract zip file and keep anywhere in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your system for further use.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0" y="2057400"/>
            <a:ext cx="46863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873760"/>
          </a:xfrm>
        </p:spPr>
        <p:txBody>
          <a:bodyPr/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Apache with mod_wsgi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8965" cy="5271770"/>
          </a:xfrm>
        </p:spPr>
        <p:txBody>
          <a:bodyPr/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 WSGI is the main 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ython standard for communicating between Web servers and applications, but it only supports synchronous code.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The mod_wsgi package implements a simple to use Apache module which can host any Python web application which supports the Python WSGI specification.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First Create virtual environment and navigate to backend project folder.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Install mod_wsgi using below command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		 </a:t>
            </a:r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pip install mod_wsgi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Then after successful installation of mod_wsgi run below command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mod_wsgi-express module-config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-  Then copy the output and paste it in apache httpd.conf configuration file for loading mod_wsgi.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855" y="5105400"/>
            <a:ext cx="6637655" cy="893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787400"/>
          </a:xfrm>
        </p:spPr>
        <p:txBody>
          <a:bodyPr/>
          <a:p>
            <a:pPr algn="ctr"/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Basic Configuration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5365"/>
            <a:ext cx="8228965" cy="5713730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First open the httpd.conf file make some basic configurations.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Define the serverroot that is where apache server is installed.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	Next define the ports of your application for react and django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Open backend project folder and activate virtual environment, edit wsgi file with below code - path of activated environment.		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752600"/>
            <a:ext cx="2964180" cy="6172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971800"/>
            <a:ext cx="3779520" cy="11277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35" y="5181600"/>
            <a:ext cx="6347460" cy="678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635635"/>
          </a:xfrm>
        </p:spPr>
        <p:txBody>
          <a:bodyPr/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Co</a:t>
            </a:r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nfiguration of django backend part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6010"/>
            <a:ext cx="8228965" cy="5517515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Next 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you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need to make configuration for backend part.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Once you’ve got mod_wsgi installed and activated, edit your Apache server’s httpd.conf file and add the following.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The WSGIScriptAlias line is the base URL path you want to serve your application at root url, and we have to add path of wsgi file on your system.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The WSGIPythonHome is the path of our environment in your system.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The WSGIPythonPath is the path of backend project folder in your system.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 The &lt;Directory&gt; path ensures that Apache can access your wsgi.py file,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	which is required all granted.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-  If you are using jwt authontication, pass below line inside &lt;virtualhost*8000&gt;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WSGIPassAuthorization On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905000"/>
            <a:ext cx="4751070" cy="2188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769620"/>
          </a:xfrm>
        </p:spPr>
        <p:txBody>
          <a:bodyPr/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Configuration </a:t>
            </a:r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f static and media files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89025"/>
            <a:ext cx="8228965" cy="5493385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Django doesn’t serve files itself, it leaves that job to whichever Web server you choose.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To serve media files on Apache you can use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Django as a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VirtualHost, you can set up Apache to serve some URLs as static &amp; media, using the mod_wsgi interface to Django.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Copy the path of static and media files from your project directory and  add to httpd.conf configuration file.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Also run this in backend project folder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python manage.py collectstatic.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0" y="2895600"/>
            <a:ext cx="4117340" cy="3868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787400"/>
          </a:xfrm>
        </p:spPr>
        <p:txBody>
          <a:bodyPr/>
          <a:p>
            <a:pPr algn="ctr"/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Configuration of React frontend part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8228965" cy="5506085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First navigate to react project folder and run below command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npm run build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In project folder build file will create, copy the path of build file and paste it in httpd.conf configuration file as like below -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Build file sufficient for hosting react application on apache server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This file contain all static,media and js and css code with index.html.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362200"/>
            <a:ext cx="4639945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729615"/>
          </a:xfrm>
        </p:spPr>
        <p:txBody>
          <a:bodyPr/>
          <a:p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Cont...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40130"/>
            <a:ext cx="8228965" cy="5090795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 Create .htaccess file in public folder and add below code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	React will server the application from base url and it will be present in build file that is index.html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From there the application will be executed.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1524000"/>
            <a:ext cx="38481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845820"/>
          </a:xfrm>
        </p:spPr>
        <p:txBody>
          <a:bodyPr/>
          <a:p>
            <a:pPr algn="ctr"/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Running Commands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20470"/>
            <a:ext cx="8228965" cy="4910455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open cmd with run as adminstrator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Navigate to apache bin directory folder 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 We are using this as a service as application so we need to install first,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run the below command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httpd.exe -k install </a:t>
            </a: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Run below command to start the service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httpd.exe -k start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Server will start now and open in chrome with mentioned ports.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if you want to restart the server run below command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httpd.exe -k restart</a:t>
            </a: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Some useful commands will get using this command  - httpd.exe -h</a:t>
            </a: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543165" cy="827405"/>
          </a:xfrm>
        </p:spPr>
        <p:txBody>
          <a:bodyPr/>
          <a:p>
            <a:pPr algn="ctr"/>
            <a:r>
              <a:rPr lang="en-IN" altLang="en-US" sz="2800" b="1">
                <a:latin typeface="Times New Roman" panose="02020603050405020304" charset="0"/>
                <a:cs typeface="Times New Roman" panose="02020603050405020304" charset="0"/>
              </a:rPr>
              <a:t>Environment Creation using virtualenv</a:t>
            </a:r>
            <a:endParaRPr lang="en-I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87120"/>
            <a:ext cx="8228965" cy="5043805"/>
          </a:xfrm>
        </p:spPr>
        <p:txBody>
          <a:bodyPr/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For creating environment using virtualenv first download specific version of python.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navigate to respective project folder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Install virtualenv using below command,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pip install virtialenv 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run the below command to create env file with respect to project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virtualenv env</a:t>
            </a: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Then activate environment using below command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  		</a:t>
            </a:r>
            <a:r>
              <a:rPr lang="en-IN" altLang="en-US" sz="2000" b="1">
                <a:latin typeface="Times New Roman" panose="02020603050405020304" charset="0"/>
                <a:cs typeface="Times New Roman" panose="02020603050405020304" charset="0"/>
              </a:rPr>
              <a:t>.\env\Scripts\activate</a:t>
            </a:r>
            <a:endParaRPr lang="en-IN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-  For deactivate just use deactivate command.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1708920" y="2810160"/>
            <a:ext cx="52380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66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4391</Words>
  <Application>WPS Presentation</Application>
  <PresentationFormat>On-screen Show (4:3)</PresentationFormat>
  <Paragraphs>158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 Cont...</vt:lpstr>
      <vt:lpstr>Apache with mod_wsgi</vt:lpstr>
      <vt:lpstr>Basic Configuration</vt:lpstr>
      <vt:lpstr>Configuration of django backend part</vt:lpstr>
      <vt:lpstr>Configuration of static and media files</vt:lpstr>
      <vt:lpstr>Configuration of React frontend part</vt:lpstr>
      <vt:lpstr>Cont...</vt:lpstr>
      <vt:lpstr>Running Commands</vt:lpstr>
      <vt:lpstr>Environment Creation using virtualenv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Vaibhav Boraganve</dc:creator>
  <cp:lastModifiedBy>vaibh</cp:lastModifiedBy>
  <cp:revision>122</cp:revision>
  <dcterms:created xsi:type="dcterms:W3CDTF">2021-06-23T06:15:00Z</dcterms:created>
  <dcterms:modified xsi:type="dcterms:W3CDTF">2021-06-25T04:35:48Z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